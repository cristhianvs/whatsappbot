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96EFFB-21A0-46E0-82EA-0D6A35E00C89}" v="1" dt="2025-08-12T18:03:41.7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quila Party Cabo (Puerto Paraiso)" userId="73072668-d361-4e44-8621-5ce3e7c31acd" providerId="ADAL" clId="{BC96EFFB-21A0-46E0-82EA-0D6A35E00C89}"/>
    <pc:docChg chg="custSel addSld modSld">
      <pc:chgData name="Tequila Party Cabo (Puerto Paraiso)" userId="73072668-d361-4e44-8621-5ce3e7c31acd" providerId="ADAL" clId="{BC96EFFB-21A0-46E0-82EA-0D6A35E00C89}" dt="2025-08-12T18:03:53.536" v="8" actId="14100"/>
      <pc:docMkLst>
        <pc:docMk/>
      </pc:docMkLst>
      <pc:sldChg chg="addSp delSp modSp new mod">
        <pc:chgData name="Tequila Party Cabo (Puerto Paraiso)" userId="73072668-d361-4e44-8621-5ce3e7c31acd" providerId="ADAL" clId="{BC96EFFB-21A0-46E0-82EA-0D6A35E00C89}" dt="2025-08-12T18:03:53.536" v="8" actId="14100"/>
        <pc:sldMkLst>
          <pc:docMk/>
          <pc:sldMk cId="1719185002" sldId="258"/>
        </pc:sldMkLst>
        <pc:spChg chg="del">
          <ac:chgData name="Tequila Party Cabo (Puerto Paraiso)" userId="73072668-d361-4e44-8621-5ce3e7c31acd" providerId="ADAL" clId="{BC96EFFB-21A0-46E0-82EA-0D6A35E00C89}" dt="2025-08-12T18:03:22.838" v="1" actId="21"/>
          <ac:spMkLst>
            <pc:docMk/>
            <pc:sldMk cId="1719185002" sldId="258"/>
            <ac:spMk id="2" creationId="{BA78A737-217E-C80F-F329-6C32E5324554}"/>
          </ac:spMkLst>
        </pc:spChg>
        <pc:spChg chg="del">
          <ac:chgData name="Tequila Party Cabo (Puerto Paraiso)" userId="73072668-d361-4e44-8621-5ce3e7c31acd" providerId="ADAL" clId="{BC96EFFB-21A0-46E0-82EA-0D6A35E00C89}" dt="2025-08-12T18:03:24.820" v="2" actId="21"/>
          <ac:spMkLst>
            <pc:docMk/>
            <pc:sldMk cId="1719185002" sldId="258"/>
            <ac:spMk id="3" creationId="{D9A8AF56-602B-7A1D-FD21-D0B0F830DEE9}"/>
          </ac:spMkLst>
        </pc:spChg>
        <pc:picChg chg="add mod">
          <ac:chgData name="Tequila Party Cabo (Puerto Paraiso)" userId="73072668-d361-4e44-8621-5ce3e7c31acd" providerId="ADAL" clId="{BC96EFFB-21A0-46E0-82EA-0D6A35E00C89}" dt="2025-08-12T18:03:53.536" v="8" actId="14100"/>
          <ac:picMkLst>
            <pc:docMk/>
            <pc:sldMk cId="1719185002" sldId="258"/>
            <ac:picMk id="5" creationId="{E2004432-516D-A0DD-315A-371973FF8F0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A3249-B600-F144-D18C-BE2755006E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F99B71A-F3D5-E28E-2957-597D7C753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832873-F1BF-5AD7-D779-1826CD27B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12/08/2025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D28B12-5737-57BE-91C4-B8E6AE3A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BEBE4F-7B31-6C96-796E-9F7DCD1DD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56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32CFF7-4433-233E-5FC9-0F798B743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08AF6D-E83A-67CA-EF2F-765648E11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AB2EDD-C64A-1BF6-3AFA-78680B6BE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12/08/2025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1EE9BB-23D5-A398-2533-124C94EBB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CF6FF4-6DF8-F805-A05E-2DF63AD0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2127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EEAFDE-47A1-F15E-55D8-95E8858CF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F97EDE-8EF8-1662-1462-A87DCE7F0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7BAB21-3BBE-5E4E-048B-3CC0208D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12/08/2025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12861C-603D-2BA9-3743-6DB6409FB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C3A9C6-E567-C26D-7F43-57D0C819F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5147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7873D-8D11-67D4-A1E2-EBEFAD779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9DA223-D55C-32AE-F8DA-5EA5E64E6E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1D3497B-F0F7-FF03-7A7A-647479B62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4F537A6-9BAA-BEC4-296E-723BF0AFA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12/08/2025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CF1521-3AF3-C284-EBC5-3B34374D3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33A9603-FA9D-FB5B-D4B3-FD8C98D73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2489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CEE36A-1570-3BBE-6C76-D6F01CD2C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77C7CB-C673-FB1E-DAC6-29F8F9DBF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D029CD4-0602-842B-D2FF-B01824322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6931B3-783F-7C59-B99B-89956A4439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27F3079-F747-1255-835A-D04AA46FA7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C416B9C-7C51-EE40-8674-91601BF7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12/08/2025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D8FFB5E-38D8-1D4D-246B-81205A564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F1DC796-BF82-48E7-A31F-AA1222670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207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3261AC-2EEB-6317-B15E-5A9B14184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C37AC26-9908-A3A8-D435-49AD33068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12/08/2025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A1498A2-C2FD-CEB7-310F-65E6420ED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6B645A6-7068-CDB4-A410-166B2806B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3925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59296A-5D9F-5563-7D33-969A30B3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12/08/2025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4E15486-C4D6-82A7-8489-3DE10B7F2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F68CA1-0628-A64E-CD9D-C75A4102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7280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9AA0A-C686-E275-869F-AD852091B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F1CE66-BEAC-17F8-A78B-9C959F724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094A74A-DB81-1913-03E4-DC8611B0B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CC7530-3A04-11F7-DCD6-192501ACC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12/08/2025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F5F110D-6954-0082-D8FE-40D982F6D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7C473B-9087-4370-5226-B58B117A5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772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A3A1B4-3F42-0251-A337-528BA5589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B6C3EA2-E6B1-A203-CFDD-6FD575BD91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57D103-E7BB-3409-6DD0-553446C7E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893E5B-94DF-1C96-DBCA-16AFE50E9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12/08/2025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2F5641-1736-9519-6461-DB4F570A0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B9DE7BA-2B7C-720D-0A9F-448BA7161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4242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FB257-D1FD-C3E5-6690-27DEBD5FB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D026DF2-B16A-A082-E99A-E64B3C3EB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09A3C3-F65F-F518-D120-254894805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12/08/2025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0C34D3-C376-3129-85C8-46B4CD22A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39559A-700D-E093-8123-DA397E7BA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7455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D2372A-CCC2-3B19-58BD-4514D364F4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6548B1D-B126-93B9-7B7E-D9ED728AF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226FA7-5971-57F0-A568-F2ABDEAF7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373ED-ED92-46FC-AA09-DA0B9DC25365}" type="datetimeFigureOut">
              <a:rPr lang="es-MX" smtClean="0"/>
              <a:t>12/08/2025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F282B9-F2F8-C282-B6B1-129940467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C208EF-A84E-3B75-7948-FC79C46BF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145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E260D4E-2BD5-5AC0-F7DE-C5A942CB1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4D0BE85-1F74-6855-470F-24C14967E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CB8ECE-A5D8-8C5D-EC49-452B890432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373ED-ED92-46FC-AA09-DA0B9DC25365}" type="datetimeFigureOut">
              <a:rPr lang="es-MX" smtClean="0"/>
              <a:t>12/08/2025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CCB823B-DDDC-B4D3-BFCC-1B4941CBAA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66D2FB-878B-B997-49DF-7F1E5AE536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DFB33-90B8-4DDF-895A-2E8B87170DA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6132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D292974-3C60-A397-9B44-E8517C13E0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37862"/>
            <a:ext cx="8739266" cy="4618463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0E2761D-B5ED-2613-F37D-D9DADA56BC04}"/>
              </a:ext>
            </a:extLst>
          </p:cNvPr>
          <p:cNvSpPr txBox="1"/>
          <p:nvPr/>
        </p:nvSpPr>
        <p:spPr>
          <a:xfrm>
            <a:off x="359764" y="839449"/>
            <a:ext cx="66106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606 TEQUILA PARTY  TICKET 15941</a:t>
            </a:r>
          </a:p>
          <a:p>
            <a:r>
              <a:rPr lang="es-ES" b="1" dirty="0"/>
              <a:t>PIE DE CAMION</a:t>
            </a:r>
          </a:p>
          <a:p>
            <a:r>
              <a:rPr lang="es-ES" b="1" dirty="0"/>
              <a:t>COMERCIALIZADORA NAYAR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649714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, Tabla&#10;&#10;El contenido generado por IA puede ser incorrecto.">
            <a:extLst>
              <a:ext uri="{FF2B5EF4-FFF2-40B4-BE49-F238E27FC236}">
                <a16:creationId xmlns:a16="http://schemas.microsoft.com/office/drawing/2014/main" id="{E2004432-516D-A0DD-315A-371973FF8F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3495" y="179882"/>
            <a:ext cx="6374255" cy="667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185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C4E3255-735A-C727-0E63-9EA0F600E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8430"/>
            <a:ext cx="8124669" cy="456789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9DA3884B-1A8A-16FF-21DD-F2028A089836}"/>
              </a:ext>
            </a:extLst>
          </p:cNvPr>
          <p:cNvSpPr txBox="1"/>
          <p:nvPr/>
        </p:nvSpPr>
        <p:spPr>
          <a:xfrm>
            <a:off x="417851" y="1011736"/>
            <a:ext cx="6093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606 TEQUILA PARTY  TICKET 15941</a:t>
            </a:r>
          </a:p>
          <a:p>
            <a:r>
              <a:rPr lang="es-ES" b="1" dirty="0"/>
              <a:t>PIE DE CAMION</a:t>
            </a:r>
          </a:p>
          <a:p>
            <a:r>
              <a:rPr lang="es-ES" b="1" dirty="0"/>
              <a:t>COMERCIALIZADORA AZUL PUNTO Y COMA </a:t>
            </a:r>
            <a:endParaRPr lang="es-MX" b="1" dirty="0"/>
          </a:p>
        </p:txBody>
      </p:sp>
    </p:spTree>
    <p:extLst>
      <p:ext uri="{BB962C8B-B14F-4D97-AF65-F5344CB8AC3E}">
        <p14:creationId xmlns:p14="http://schemas.microsoft.com/office/powerpoint/2010/main" val="29842733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23</Words>
  <Application>Microsoft Office PowerPoint</Application>
  <PresentationFormat>Panorámica</PresentationFormat>
  <Paragraphs>6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Tequila Party Cabo (Puerto Paraiso)</dc:creator>
  <cp:lastModifiedBy>Tequila Party Cabo (Puerto Paraiso)</cp:lastModifiedBy>
  <cp:revision>1</cp:revision>
  <dcterms:created xsi:type="dcterms:W3CDTF">2025-08-12T17:08:27Z</dcterms:created>
  <dcterms:modified xsi:type="dcterms:W3CDTF">2025-08-12T18:03:59Z</dcterms:modified>
</cp:coreProperties>
</file>