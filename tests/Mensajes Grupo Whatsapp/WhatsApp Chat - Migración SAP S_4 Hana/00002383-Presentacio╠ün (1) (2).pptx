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EE722-AD90-B5F7-A0EB-F765A18DC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DA6AAB-37D0-FA51-6AB9-3DCED4F50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4E2616-2EE0-7E33-E9CB-84EB15E41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0694-894E-4A4F-9552-F7B1CC7AF47D}" type="datetimeFigureOut">
              <a:rPr lang="es-US" smtClean="0"/>
              <a:t>8/27/2025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B5E38A-37ED-9FE0-AAE1-B2FAE83DF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389A88-8303-4D0A-BFAB-CC4AFF731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CCE36-F8C3-7140-B70B-8FB44B840AF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011827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A0AD0E-69FB-0CA5-77E8-29359A5C6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1A8ED1-BC18-CBC1-F80E-5CB39ABB8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CD0D95-AB03-CE2B-9F88-ED160B7C3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0694-894E-4A4F-9552-F7B1CC7AF47D}" type="datetimeFigureOut">
              <a:rPr lang="es-US" smtClean="0"/>
              <a:t>8/27/2025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01BD3C-A6B8-C683-41E4-16EE83A92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163306-1E67-9148-6DA1-796590E7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CCE36-F8C3-7140-B70B-8FB44B840AF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534887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734B37-A9CE-2E56-9A84-C93C8E061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5610CC-C1AE-9707-C268-121C80E65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2C0FB6-9E61-1AE3-B475-FB8BF5482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0694-894E-4A4F-9552-F7B1CC7AF47D}" type="datetimeFigureOut">
              <a:rPr lang="es-US" smtClean="0"/>
              <a:t>8/27/2025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BB7D5C-D0EE-431D-C22E-BA7FAA43C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9645A0-AA27-0772-85A5-D748E594B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CCE36-F8C3-7140-B70B-8FB44B840AF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066682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8EA9BF-89F2-CCF8-409F-73A0950AB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25E5CF-0169-EE89-AB68-A79327A08E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BBC3E3-A42A-D6C1-2964-9D491B4B8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69095C-76BD-8F27-0E63-50397D719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0694-894E-4A4F-9552-F7B1CC7AF47D}" type="datetimeFigureOut">
              <a:rPr lang="es-US" smtClean="0"/>
              <a:t>8/27/2025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15211F-930C-78C7-7EC7-AA61F2F1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EF4C63-3A37-61A4-5411-BD008D47C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CCE36-F8C3-7140-B70B-8FB44B840AF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15702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F2543A-46E4-1DAE-FE42-3A8694780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40D23F-6D77-76BF-80B2-3E1A4E830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39219D-9A54-EF63-0759-D846267021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D2246AB-8AAF-D842-A354-986BCDD7FC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B30FC4C-331B-B970-4CF6-36BAF3D5F1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CFCEA7F-6A1B-331F-E8D2-08A452529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0694-894E-4A4F-9552-F7B1CC7AF47D}" type="datetimeFigureOut">
              <a:rPr lang="es-US" smtClean="0"/>
              <a:t>8/27/2025</a:t>
            </a:fld>
            <a:endParaRPr lang="es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07FC9F3-CC2F-8015-92C6-B76F8BFED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1A47F08-A088-5A88-0941-836C08CB7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CCE36-F8C3-7140-B70B-8FB44B840AF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757856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2EB094-A0EA-4C33-BA26-30429E547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0A91616-1ECC-2748-F3F9-A63F79F90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0694-894E-4A4F-9552-F7B1CC7AF47D}" type="datetimeFigureOut">
              <a:rPr lang="es-US" smtClean="0"/>
              <a:t>8/27/2025</a:t>
            </a:fld>
            <a:endParaRPr lang="es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782BEC-64E0-E674-B60E-4B6391879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C14F000-076A-09A1-A6A2-93C936D6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CCE36-F8C3-7140-B70B-8FB44B840AF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236239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4CF9072-A47E-092A-5816-41DA883C5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0694-894E-4A4F-9552-F7B1CC7AF47D}" type="datetimeFigureOut">
              <a:rPr lang="es-US" smtClean="0"/>
              <a:t>8/27/2025</a:t>
            </a:fld>
            <a:endParaRPr lang="es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3BF4BE5-0DA8-662E-C587-51BB9F853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8D2EC8-CE87-4D2A-7A78-4D48945FB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CCE36-F8C3-7140-B70B-8FB44B840AF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8551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87DA7E-D460-41BB-9A2D-3391B553E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2B0EEA-F27F-DD95-CC4C-0403B90C1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34B0AB-2EED-8FA1-D34B-D2CA8E693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DF0995-68E0-207F-9B27-DBB6C076B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0694-894E-4A4F-9552-F7B1CC7AF47D}" type="datetimeFigureOut">
              <a:rPr lang="es-US" smtClean="0"/>
              <a:t>8/27/2025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4D3220-CB99-E02F-7537-11BA4B450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E56426-EDEF-3C07-91AC-19E73C68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CCE36-F8C3-7140-B70B-8FB44B840AF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289330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A9CC8-06E8-D32F-90C9-0A4984456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C381AF1-393B-4E06-2CA7-AD3CB06FF3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59DE1AB-60C4-D085-576B-97D4379DD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CBBA87-B2A3-1EAA-AD08-183C0F76F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0694-894E-4A4F-9552-F7B1CC7AF47D}" type="datetimeFigureOut">
              <a:rPr lang="es-US" smtClean="0"/>
              <a:t>8/27/2025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E156DD-5E3C-DA25-EF00-A3365B31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13442D-8E89-592E-EE07-E3991622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CCE36-F8C3-7140-B70B-8FB44B840AF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953079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E7EF4-122A-2585-A617-35F8B1152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FC6AED0-B175-FB83-13F1-1AAD3F2E2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ADCF98-5665-2312-C34A-A8A02262B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0694-894E-4A4F-9552-F7B1CC7AF47D}" type="datetimeFigureOut">
              <a:rPr lang="es-US" smtClean="0"/>
              <a:t>8/27/2025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95A330-CDCB-B1E6-9ECB-5449055E9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6BC2DB-2715-781F-E9E5-7FAB0FD8E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CCE36-F8C3-7140-B70B-8FB44B840AF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215189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68C719A-5244-0F89-54A5-CC6492A7E6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622D273-B4CB-1B90-D199-C931EA692C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B77782-F081-8527-BBCD-D6C0F5AE6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0694-894E-4A4F-9552-F7B1CC7AF47D}" type="datetimeFigureOut">
              <a:rPr lang="es-US" smtClean="0"/>
              <a:t>8/27/2025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270DD0-CFF0-D50E-948D-FD3749ECC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3FFED8-43FD-06C3-7FC0-0870C0EDC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CCE36-F8C3-7140-B70B-8FB44B840AF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50802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9C09333-3902-CF5D-9E12-2437F2D6B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DC3DD9-3EC6-F70D-F0F9-67418AD07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CC203C-B1C2-4C35-7452-09AB29340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220694-894E-4A4F-9552-F7B1CC7AF47D}" type="datetimeFigureOut">
              <a:rPr lang="es-US" smtClean="0"/>
              <a:t>8/27/2025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989544-5129-55ED-13DC-829EE516F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D4E908-3516-60A3-335E-61C55443E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CCE36-F8C3-7140-B70B-8FB44B840AF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805609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4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4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 /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95D51D-C312-AFEC-189C-568DC9C8B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9328" y="4741119"/>
            <a:ext cx="4818888" cy="147680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 día miércoles 20 de agosto me llegó sabrítas el cual no se a podido ingresar</a:t>
            </a:r>
          </a:p>
        </p:txBody>
      </p:sp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6AA07668-9F2C-2524-EB1E-27E93CAB2A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2129" y="640080"/>
            <a:ext cx="3137535" cy="5577840"/>
          </a:xfrm>
          <a:prstGeom prst="rect">
            <a:avLst/>
          </a:prstGeom>
        </p:spPr>
      </p:pic>
      <p:sp>
        <p:nvSpPr>
          <p:cNvPr id="19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D16E875-EF93-D86E-6E26-624D66B85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999" y="640081"/>
            <a:ext cx="2296674" cy="538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55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B8D59C-863F-14D2-C394-069F14CA6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Tengo mi exhibición casi vacía y el producto guardado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2AE8D2-8549-6054-7E61-5B369D3680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497D964-CC9E-48B1-17B2-EB54B2F7F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6"/>
            <a:ext cx="5257800" cy="4486274"/>
          </a:xfrm>
          <a:prstGeom prst="rect">
            <a:avLst/>
          </a:prstGeom>
        </p:spPr>
      </p:pic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793EA477-C585-5AF1-DF45-39A55FE0402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14916" y="1825625"/>
            <a:ext cx="395866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873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1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080841-3B98-7075-37D4-BAC7C0F48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3988" y="320041"/>
            <a:ext cx="6707084" cy="3892668"/>
          </a:xfrm>
        </p:spPr>
        <p:txBody>
          <a:bodyPr>
            <a:noAutofit/>
          </a:bodyPr>
          <a:lstStyle/>
          <a:p>
            <a:pPr algn="l"/>
            <a:r>
              <a:rPr lang="es-US" sz="6600"/>
              <a:t>Tengo un traspaso de la sucursal 613 que no eh podido ingresar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709A40-DC7F-578F-B9BD-3B9CEE8BE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3699" y="4631161"/>
            <a:ext cx="6707366" cy="1569486"/>
          </a:xfrm>
        </p:spPr>
        <p:txBody>
          <a:bodyPr/>
          <a:lstStyle/>
          <a:p>
            <a:pPr algn="l"/>
            <a:endParaRPr lang="es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73473E4-3B3B-D004-B3E4-99DC65450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90" y="320040"/>
            <a:ext cx="3598868" cy="5899785"/>
          </a:xfrm>
          <a:prstGeom prst="rect">
            <a:avLst/>
          </a:prstGeom>
        </p:spPr>
      </p:pic>
      <p:sp>
        <p:nvSpPr>
          <p:cNvPr id="1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0304C48-95CD-21F0-C1B5-315CCEDB5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803" y="4121970"/>
            <a:ext cx="6900262" cy="209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350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9E8D02-03A8-87AB-DFFC-F0DBE01CF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La 623 aun no podemos realizar pedido de cedí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45085D1-E361-8838-BC70-4919EB14D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29" y="2005617"/>
            <a:ext cx="5068766" cy="381424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E01563B-43CA-21AE-2828-8B5B2D8BD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652" y="2140735"/>
            <a:ext cx="4560761" cy="343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493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5CA849-654C-4173-AD99-B3A252827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9B1FBD-8E14-5F4D-C69F-B430B153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s-US" sz="3600"/>
              <a:t>623 tenemos un traspaso pendiente de la sucursal.613 el cual no se apodado ingresar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8793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2230D6F-8759-4E68-A1E3-9D848248E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56910" y="2173121"/>
            <a:ext cx="3292869" cy="407759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EB260AD9-35CF-75F3-D455-9F942C5EC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113" y="2225686"/>
            <a:ext cx="4526338" cy="380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121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5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Tema de Office</vt:lpstr>
      <vt:lpstr>El día miércoles 20 de agosto me llegó sabrítas el cual no se a podido ingresar</vt:lpstr>
      <vt:lpstr>Tengo mi exhibición casi vacía y el producto guardado</vt:lpstr>
      <vt:lpstr>Tengo un traspaso de la sucursal 613 que no eh podido ingresar</vt:lpstr>
      <vt:lpstr>La 623 aun no podemos realizar pedido de cedí </vt:lpstr>
      <vt:lpstr>623 tenemos un traspaso pendiente de la sucursal.613 el cual no se apodado ingresar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día miércoles 20 de agosto me llegó sabrítas el cual no se a podido ingresar</dc:title>
  <dc:creator>Monse Ocampo</dc:creator>
  <cp:lastModifiedBy>Monse Ocampo</cp:lastModifiedBy>
  <cp:revision>2</cp:revision>
  <dcterms:created xsi:type="dcterms:W3CDTF">2025-08-27T23:08:13Z</dcterms:created>
  <dcterms:modified xsi:type="dcterms:W3CDTF">2025-08-27T23:37:39Z</dcterms:modified>
</cp:coreProperties>
</file>