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91385-D45F-4009-AA0E-2E7F5CAC8AD3}" v="1" dt="2025-09-14T00:27:41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esta Mexicana Gali CSL" userId="d188f648-808a-4513-855d-46af610a0037" providerId="ADAL" clId="{0A194F6F-59BD-43D2-9E69-7E05401B5267}"/>
    <pc:docChg chg="custSel addSld modSld sldOrd">
      <pc:chgData name="Fiesta Mexicana Gali CSL" userId="d188f648-808a-4513-855d-46af610a0037" providerId="ADAL" clId="{0A194F6F-59BD-43D2-9E69-7E05401B5267}" dt="2025-09-14T00:28:07.800" v="72" actId="1076"/>
      <pc:docMkLst>
        <pc:docMk/>
      </pc:docMkLst>
      <pc:sldChg chg="delSp modSp new mod ord">
        <pc:chgData name="Fiesta Mexicana Gali CSL" userId="d188f648-808a-4513-855d-46af610a0037" providerId="ADAL" clId="{0A194F6F-59BD-43D2-9E69-7E05401B5267}" dt="2025-09-14T00:28:07.800" v="72" actId="1076"/>
        <pc:sldMkLst>
          <pc:docMk/>
          <pc:sldMk cId="331989769" sldId="263"/>
        </pc:sldMkLst>
        <pc:spChg chg="mod">
          <ac:chgData name="Fiesta Mexicana Gali CSL" userId="d188f648-808a-4513-855d-46af610a0037" providerId="ADAL" clId="{0A194F6F-59BD-43D2-9E69-7E05401B5267}" dt="2025-09-14T00:28:07.800" v="72" actId="1076"/>
          <ac:spMkLst>
            <pc:docMk/>
            <pc:sldMk cId="331989769" sldId="263"/>
            <ac:spMk id="2" creationId="{136193D9-460A-65D8-026D-92C933E59D26}"/>
          </ac:spMkLst>
        </pc:spChg>
        <pc:spChg chg="del">
          <ac:chgData name="Fiesta Mexicana Gali CSL" userId="d188f648-808a-4513-855d-46af610a0037" providerId="ADAL" clId="{0A194F6F-59BD-43D2-9E69-7E05401B5267}" dt="2025-09-14T00:28:02.452" v="71" actId="478"/>
          <ac:spMkLst>
            <pc:docMk/>
            <pc:sldMk cId="331989769" sldId="263"/>
            <ac:spMk id="3" creationId="{73F07283-B2B7-2344-5928-F7194E0C22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3C2EE-1D7D-CCD8-3497-B8330BD9F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D83E4B-07D1-3CBA-3AAA-4E871D303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F5D325-E2D8-CBF8-DB23-53123E60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0CAF69-A591-F35E-80E2-0EE08EA1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69C279-C3EE-4A68-B675-A3076595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977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BBB86-C091-5BFA-8928-F40F3666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8EA614-8620-D401-5C62-E7956C551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8F90D4-0E43-AD81-41F0-0AA34AA2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8B792F-7235-CF7D-2F53-181B5242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73D28D-BF95-D219-5BDE-4EF17A4D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415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FE753-7EB3-7335-D980-432CC134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0368E4-3E73-481D-E0E2-85FF607E1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0F338B-68DC-278C-1484-304EA692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02A0DD-0207-DEB3-9122-5AD57908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FBD680-E81F-8B12-CAAA-287C0F82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126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55776-9EA1-D0EF-91AC-BBDD0771E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E8D639-7F08-942E-F828-A9068B8C2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B68D54-E78B-6954-110A-2C4F52C5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179195-9A4F-0942-912D-1E541A737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0C5419-E57D-B0C9-077E-FE8218D9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2737CB-7412-9AC7-1BCC-27F54CEE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910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BA193-F3A4-78FF-4C7B-842E33BD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AB9723-B9BC-F9FB-6FF6-F28837095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21CA28-722D-A415-9C1D-927D0A7C9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8FD00B-4771-3FA3-36C7-7FA65BF66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D3BE08-2ED6-76A0-0602-FABAA5F78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7A82D2B-09EA-F79C-6F42-D1F67C6D9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94B20FD-5563-BB8B-01D6-A27D61207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85928E-8060-40E0-ACAE-DFA2D3CE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873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FA743-B047-08BA-BFA0-816ECF1A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5C83B2-A384-AD5C-E48C-EB22EA64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9E3291-5C95-5476-68F4-4A6F369E2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2D7461-B5C0-CA4F-BCDC-8609532E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560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28D5B33-8FA1-5E1A-60FD-526D6183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EE46833-541F-6F74-B535-136D987F5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1572CF-C4EE-9778-B91D-5BEB0A25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250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B08CD-9698-FEB3-801F-7A371F21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E65FAD-D7EA-19BD-1637-7E46AE293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28FF2F-6912-2BDD-B90B-813471D65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E74226-5BE9-F34A-312C-284D29A0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9AB258-B679-140E-26FA-FFAA5778F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47BB84-5912-F06D-65F4-055FC66B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095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991EE-B88D-9247-9EFC-9279A213B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ED55647-FCF4-3637-A558-6EC0B96AF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8A106A-1475-E72E-0FB8-294CE30F3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710686-5A29-A86F-293D-CE7809A3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FEEEEAE-E7A3-B460-AED6-8881BB67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385594-99A7-E0B1-AAD9-B5881F655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9132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C5F93-0176-8ABB-6340-1BF9BB74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9E6F6D-CCD3-2C74-2269-7ABC94BA5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B7ECE7-AF36-674D-5817-4E59C4E9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AEA2A4-7097-AC6B-1AB7-45FA7D01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9388C8-3AEB-7274-6166-9B43B770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8909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1BD951-7C9B-9C6D-231B-60AE759B3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EEDD8D-D566-52BC-9B01-B89C88B8A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3DBE61-FD03-419F-2834-8851DB8D5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ACEC5D-82F6-CCEA-CB8B-9285BF697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D92C7A-91F7-68E3-04B1-373726D1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56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ACB6279-0813-BC96-0230-FB0FF75AB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3E5646-976E-EFBC-F352-B7AD51807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B415DF-2232-6CAD-C31C-B09309F89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25CD3C-C934-442B-8E5F-9AF7E28854CA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1C2B15-8A8B-73AC-CB2F-96E7F43D8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968E0-B54E-E142-3CE3-EEE4A97C3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0D2CF-B59A-4F40-94FC-0C6C9285DB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2163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102D2-5D77-86E0-00A6-DF851C2CF3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Numero de ticket 18013</a:t>
            </a:r>
          </a:p>
        </p:txBody>
      </p:sp>
    </p:spTree>
    <p:extLst>
      <p:ext uri="{BB962C8B-B14F-4D97-AF65-F5344CB8AC3E}">
        <p14:creationId xmlns:p14="http://schemas.microsoft.com/office/powerpoint/2010/main" val="2520208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6F6B5-0159-DC67-67D1-978914461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Correo enviado 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BFED7159-9A6B-42BC-949A-82D0A0BB3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1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E9937-BA38-3DD9-FF68-6C9A20A0D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2365375"/>
            <a:ext cx="10515600" cy="1325563"/>
          </a:xfrm>
        </p:spPr>
        <p:txBody>
          <a:bodyPr/>
          <a:lstStyle/>
          <a:p>
            <a:pPr algn="ctr"/>
            <a:r>
              <a:rPr lang="es-MX" dirty="0"/>
              <a:t>Numero de O.C 4500010753</a:t>
            </a:r>
            <a:br>
              <a:rPr lang="es-MX" dirty="0"/>
            </a:br>
            <a:r>
              <a:rPr lang="es-MX" dirty="0"/>
              <a:t>PROVEEDOR: AZUL PUNTO Y COMA</a:t>
            </a:r>
          </a:p>
        </p:txBody>
      </p:sp>
    </p:spTree>
    <p:extLst>
      <p:ext uri="{BB962C8B-B14F-4D97-AF65-F5344CB8AC3E}">
        <p14:creationId xmlns:p14="http://schemas.microsoft.com/office/powerpoint/2010/main" val="2945885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A8D42-DD39-366D-B2A8-E493A47E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EVIDENCIA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D55CE7B-55BB-AD79-54C2-083AC421E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22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7FBFE-F0E8-AA9B-EE5E-A69A8A00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2513"/>
            <a:ext cx="10515600" cy="1563688"/>
          </a:xfrm>
        </p:spPr>
        <p:txBody>
          <a:bodyPr/>
          <a:lstStyle/>
          <a:p>
            <a:pPr algn="ctr"/>
            <a:r>
              <a:rPr lang="es-MX" dirty="0"/>
              <a:t>NUMERO DE TICKET 18263</a:t>
            </a:r>
          </a:p>
        </p:txBody>
      </p:sp>
    </p:spTree>
    <p:extLst>
      <p:ext uri="{BB962C8B-B14F-4D97-AF65-F5344CB8AC3E}">
        <p14:creationId xmlns:p14="http://schemas.microsoft.com/office/powerpoint/2010/main" val="3177563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1469B-D0CC-B221-3BD8-00C10FE08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CORREO ENVIADO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060B412-03B3-3225-BA98-129BAB280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10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193D9-460A-65D8-026D-92C933E5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322513"/>
            <a:ext cx="10515600" cy="1325563"/>
          </a:xfrm>
        </p:spPr>
        <p:txBody>
          <a:bodyPr/>
          <a:lstStyle/>
          <a:p>
            <a:pPr algn="ctr"/>
            <a:r>
              <a:rPr lang="es-MX" dirty="0"/>
              <a:t>NUMERO DE O.C 4500011720</a:t>
            </a:r>
            <a:br>
              <a:rPr lang="es-MX" dirty="0"/>
            </a:br>
            <a:r>
              <a:rPr lang="es-MX" dirty="0"/>
              <a:t>PROVEEDOR: AZUL PUNTO Y COMA</a:t>
            </a:r>
          </a:p>
        </p:txBody>
      </p:sp>
    </p:spTree>
    <p:extLst>
      <p:ext uri="{BB962C8B-B14F-4D97-AF65-F5344CB8AC3E}">
        <p14:creationId xmlns:p14="http://schemas.microsoft.com/office/powerpoint/2010/main" val="33198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14FA2-01D5-FC59-8A20-2462DA44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EVIDENCIA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8F08149-89FF-FDDD-A8C3-941DE1BB4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865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40</Words>
  <Application>Microsoft Office PowerPoint</Application>
  <PresentationFormat>Panorámica</PresentationFormat>
  <Paragraphs>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Numero de ticket 18013</vt:lpstr>
      <vt:lpstr>Correo enviado </vt:lpstr>
      <vt:lpstr>Numero de O.C 4500010753 PROVEEDOR: AZUL PUNTO Y COMA</vt:lpstr>
      <vt:lpstr>EVIDENCIA</vt:lpstr>
      <vt:lpstr>NUMERO DE TICKET 18263</vt:lpstr>
      <vt:lpstr>CORREO ENVIADO</vt:lpstr>
      <vt:lpstr>NUMERO DE O.C 4500011720 PROVEEDOR: AZUL PUNTO Y COMA</vt:lpstr>
      <vt:lpstr>EVIDENCIA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Fiesta Mexicana Gali CSL</dc:creator>
  <cp:lastModifiedBy>Fiesta Mexicana Gali CSL</cp:lastModifiedBy>
  <cp:revision>1</cp:revision>
  <dcterms:created xsi:type="dcterms:W3CDTF">2025-09-13T22:04:58Z</dcterms:created>
  <dcterms:modified xsi:type="dcterms:W3CDTF">2025-09-14T00:28:14Z</dcterms:modified>
</cp:coreProperties>
</file>