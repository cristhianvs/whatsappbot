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8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4F15C7-A685-A6B5-B0A3-4D91FBEA49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600C3D-DA21-FEC8-4B71-58CAAE1BC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6A6856-E9ED-C0B6-BC03-958FC059D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7BEBF-1764-43E2-9ADC-0CC45A07F2E5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B82631-8753-9404-B139-E0738D38F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413106-5BFC-D8A1-5085-007A8C596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E9481-F320-4F82-A3AE-24EB881C76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02904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5CBD47-C2B2-DDC3-838D-8296739EE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4F4B29B-AB1E-D4AC-A535-2E2A088EF0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34EE3B-BF51-08A8-67D1-C47AE34E5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7BEBF-1764-43E2-9ADC-0CC45A07F2E5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CD5333-04F1-03BA-B4D3-D1E9AD1BD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87CAD3-169B-F56F-60B5-196E56C4D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E9481-F320-4F82-A3AE-24EB881C76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1383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98359B-F470-BAFD-EACF-72EED70F2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B9D963-4B60-D4F8-58AB-53D2AA29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49D700-5ACB-7038-0C1A-4249670F6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7BEBF-1764-43E2-9ADC-0CC45A07F2E5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1FDCAA-7809-A833-A8FB-EE43858A9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3FEEF0-37B8-2BCB-8B37-0F527C72C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E9481-F320-4F82-A3AE-24EB881C76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90504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8482E-45C7-F31F-8A4D-EF5868524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AEA8543-C98E-C741-22D2-954F0D962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F2B540-009B-14CD-3114-1012E78CA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D1730CD-C2C1-9588-C097-910842E4F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7BEBF-1764-43E2-9ADC-0CC45A07F2E5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04E863-239D-78FC-EBC6-971A1F80BB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949F3E0-30A2-B077-DFFD-EE883D8FE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E9481-F320-4F82-A3AE-24EB881C76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73351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02BB6C-9448-062C-2AFF-57CEA249E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C20B5E-B3A8-CB8C-1862-8DD311C9A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356EA57-84E4-D41C-D7EB-CBD5A04B9F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24975C4-B203-A4FD-565D-CA40FC117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E8317D6-C75F-3383-A7D6-2DE6F475DF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E36BF6-DDFA-A1CE-3A05-2DFA7C4F0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7BEBF-1764-43E2-9ADC-0CC45A07F2E5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DA43C68-115E-E078-C772-49833B4F4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2DBB20A-886F-250B-C57A-0EFCB1011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E9481-F320-4F82-A3AE-24EB881C76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32207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C7EE9-A5E4-0015-EB87-21DC0F9D4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63993E7-D381-9A52-AE35-EF3E01D67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7BEBF-1764-43E2-9ADC-0CC45A07F2E5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7027CF9-A056-23A8-A8FF-5290978F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DECC2D3-1729-F392-0BB7-E6CFE4A88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E9481-F320-4F82-A3AE-24EB881C76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6119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1FA7E48-1EDA-0749-FCA9-0331769D7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7BEBF-1764-43E2-9ADC-0CC45A07F2E5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C4DCF2-FFFD-DF36-80D0-59E4E96E8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53038B-D262-9663-CE51-6D866FD59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E9481-F320-4F82-A3AE-24EB881C76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0346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7047C-7E7C-24CF-8008-782D0F84E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298DFC-8D9A-94B9-11E5-751A29FF4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B23FF1-8775-A902-F4B5-E71BCF7F1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6DC1F9E-3C3B-4B0C-8587-8EDCB30EB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7BEBF-1764-43E2-9ADC-0CC45A07F2E5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D61ADB-E828-DD30-42DA-55D775D95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AF8EEB3-6A18-5ACD-6C26-E40FD3786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E9481-F320-4F82-A3AE-24EB881C76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20024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C67034-D99F-CB74-6083-28C50EF1D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52B620F-2269-2F6F-968D-5F86888043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7AE091D-E889-66A5-0277-183232F3F8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C07ACB5-A9CF-24F6-0F5C-0F57951D2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7BEBF-1764-43E2-9ADC-0CC45A07F2E5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152EB0-E2A7-5776-1B28-74833EC2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AE24B3-941A-843D-E7A6-27A657C8A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E9481-F320-4F82-A3AE-24EB881C76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360056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3C175E-D9EB-E01E-4B3A-14B632A21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DCC44F-D87C-8873-8C03-C95BB70F5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935821-A96D-1E22-A9AF-3CFA67676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7BEBF-1764-43E2-9ADC-0CC45A07F2E5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FFC5A30-D2E7-E38F-FC9F-0A3CB5A9B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D3C679-5966-5E08-2F82-6D347A388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E9481-F320-4F82-A3AE-24EB881C76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7212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CCA257-70C4-8EF6-01AB-FA6A057BE5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0BE8AA7-8DDD-5F65-7160-B34E8037A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BB923C-84F5-C5B2-2C96-D4E05CDAF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7BEBF-1764-43E2-9ADC-0CC45A07F2E5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B4B011-4BE2-DF10-992C-38ADDD624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B25935-1B89-4062-A9E9-121451006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E9481-F320-4F82-A3AE-24EB881C76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920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5923BD4-B1D7-630C-DFDA-428292E10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E565043-AC3C-0630-1D1C-2C9905B5F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E0051E3-DED6-AD89-7FC3-6096DC5B0D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7BEBF-1764-43E2-9ADC-0CC45A07F2E5}" type="datetimeFigureOut">
              <a:rPr lang="es-MX" smtClean="0"/>
              <a:t>08/08/2025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EC6354-4E50-9487-8BBD-624361C04E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89FFE4-ECF0-DFD7-304B-89881A349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EE9481-F320-4F82-A3AE-24EB881C76F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9338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FC9073-A245-4D6D-9E5A-ABF73B1A7B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4675"/>
            <a:ext cx="9144000" cy="704538"/>
          </a:xfrm>
        </p:spPr>
        <p:txBody>
          <a:bodyPr>
            <a:normAutofit fontScale="90000"/>
          </a:bodyPr>
          <a:lstStyle/>
          <a:p>
            <a:r>
              <a:rPr lang="es-MX" dirty="0"/>
              <a:t>REEMBOLSO DE GUIAS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3AA119-EB6E-6203-7185-23514A8227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520A8B-5B8F-A506-5C54-EDF1176CB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4085"/>
            <a:ext cx="12192000" cy="5267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759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01ED5-7B11-C0A5-2273-FF2A66817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REEMBOLSOS DE GASTOS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4B63F77-7E70-EB07-D076-D7BFF86478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26255" y="1825625"/>
            <a:ext cx="773948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3834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</Words>
  <Application>Microsoft Office PowerPoint</Application>
  <PresentationFormat>Panorámica</PresentationFormat>
  <Paragraphs>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REEMBOLSO DE GUIAS</vt:lpstr>
      <vt:lpstr>REEMBOLSOS DE GASTOS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Fiesta Mexicana Gali CSL</dc:creator>
  <cp:lastModifiedBy>Fiesta Mexicana Gali CSL</cp:lastModifiedBy>
  <cp:revision>1</cp:revision>
  <dcterms:created xsi:type="dcterms:W3CDTF">2025-08-08T17:51:04Z</dcterms:created>
  <dcterms:modified xsi:type="dcterms:W3CDTF">2025-08-08T17:57:09Z</dcterms:modified>
</cp:coreProperties>
</file>