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9C0E2-4EB2-456F-AE3F-EC16C1F6C83F}" v="2" dt="2025-08-07T19:41:25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D381E-3BC8-4C74-7CAB-2B7611CA0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C58220-59BC-6E5E-4272-92578C6AB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F74030-69E7-52B5-7201-C507D115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8F08CB-6176-C11F-22F5-5A67408A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3BCFD-937D-91E9-7423-84E91765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88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A4DD9-96AF-F5A8-2DA6-50960369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62B662-9E2C-3570-F73F-282E0904E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05AA6-F0A6-8F95-6FA2-D2AEF8CC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CF5495-DEB9-C65F-EF18-A3C2EFEC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AB1C1B-9C45-C7A0-7C07-D38B5716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691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FAE75-76CB-D44A-438B-CDC59EC1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47A4CA-739D-DB41-A737-C490AD9D3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32EAC9-23C2-DA44-C5F3-E5C33319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B58073-0D48-BEB7-E8FA-AAED4A61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959C25-0518-3B86-EC08-4C7B6FC8C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4837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1197E-F969-B3F6-87D5-D18E5200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063BA9-F4D9-6B30-D162-36C3B7FAA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7E495D-76FD-8B2E-A32E-56340E780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B9A4FE-2933-4167-DB9C-E0B9654B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00D209-C381-290B-96C1-F3467320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6420F7-CE6E-EF21-CC60-B7ED9542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25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692CE-4F06-7B91-E0B8-4FF8E204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C1DF58-0E1F-9E05-01B2-863B1A36F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5B55B8-617E-3B8A-7BD7-FF1E6C2F1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74EAF0-1132-2292-FC0C-38BC56051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D218EF-04AB-7C20-C86C-D16FA3104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41DD0C-4A76-4FE9-E19A-F38762A8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DD75E6-E3E4-36C2-8F52-736FAE8A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B099F4-06A1-FEBD-ACBF-9848DCDE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610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8C024-F673-3F77-5680-68A94F9D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3A45EE-F320-6036-2AD8-57287E49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97347F-D8F8-5D6C-DB4D-324B1FA9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16A525-52B3-43DD-8C93-4D8C7507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1EF973-8436-6393-A1F1-C74E6E25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18DBD-B713-4317-C80F-5CAF4ACE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C8C7CA-66FB-8EE2-D261-77F5384B2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407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9074A-AD37-7C04-9CC9-36835BDA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EF8236-DD4C-CF9E-C60F-9F72B336C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DA2D83-F9D0-5CC2-202C-D3620B11A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17F8B9-E5D6-F986-564C-98833AC5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1B7450-5705-32CD-35F2-7AAB93C3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3BE881-590C-0808-BDCC-2431CEFC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814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4336B-AC0E-7C69-70CC-400E00548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72BD9A-4C2B-7DE3-8E4F-BA31D59CD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7E9AA7-378E-4616-D508-2AE6A553A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149A5B-B043-327F-D466-1DB897E0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E7C35-B595-BC3F-6648-3E0EF2D5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06576B-61D3-2654-96F6-4D3B1B5B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0598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7F153-3C87-92FF-9F40-DA699C96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114680-9C99-2C71-5B91-D7F17B602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9EFDEA-9C33-C153-E785-DC8CFC90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92C488-0B04-0911-35D2-72EA295A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A4105-85A6-9DA3-CBDF-172E8145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01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386462-B9F9-218D-1737-3843DABDF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D3C86C-883D-EC53-7923-45468ABE5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7A44C3-FF52-F812-6440-C96C54E93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427A-3903-F57C-4137-11C50ACD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9958F-450C-71E0-3F3F-1A6965B0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245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CA1127-2511-FC3D-9011-D3721155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E36617-04CB-0D14-42C9-093FD34D1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531610-9DAC-D941-E0EF-CDEB1EDBE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28DAF-C554-47DE-AF94-54DB063432B6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2E8E74-2C8C-32FC-D912-222E18530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0C1F0A-E889-411F-2640-BD3A8E86F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C1252-5607-4990-ABA8-61312EF1736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539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EF77D-4247-66E4-8BFF-6291A8CFE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PRODUCCION</a:t>
            </a:r>
            <a:br>
              <a:rPr lang="es-MX" dirty="0"/>
            </a:b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270B55-BF00-5B40-3DE5-A5D92BA66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FIESTA MEXICANA 607</a:t>
            </a:r>
          </a:p>
        </p:txBody>
      </p:sp>
    </p:spTree>
    <p:extLst>
      <p:ext uri="{BB962C8B-B14F-4D97-AF65-F5344CB8AC3E}">
        <p14:creationId xmlns:p14="http://schemas.microsoft.com/office/powerpoint/2010/main" val="102488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F3FC-110B-FE9F-131C-60BE249A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0EF3E-6323-99CE-1924-E821ED1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567"/>
            <a:ext cx="9144000" cy="1618938"/>
          </a:xfrm>
        </p:spPr>
        <p:txBody>
          <a:bodyPr>
            <a:normAutofit fontScale="90000"/>
          </a:bodyPr>
          <a:lstStyle/>
          <a:p>
            <a:r>
              <a:rPr lang="es-MX" dirty="0"/>
              <a:t>NUMERO DE TICKET</a:t>
            </a:r>
            <a:br>
              <a:rPr lang="es-MX" dirty="0"/>
            </a:b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488143-6F2F-AA68-D8A1-AA15C25FA1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E963FA-F008-C968-38F7-7ADB798DA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54046"/>
            <a:ext cx="9144000" cy="40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7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5F02E-A77F-1B00-5528-8C4D59BD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ASISTENCIA CON CODIGOS QUE NO PERMITEN CERRA UNA SOLICITUD DE PEDIDO</a:t>
            </a:r>
          </a:p>
        </p:txBody>
      </p:sp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1D67AFB5-73CE-4458-EB14-B5E073078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024040"/>
              </p:ext>
            </p:extLst>
          </p:nvPr>
        </p:nvGraphicFramePr>
        <p:xfrm>
          <a:off x="585789" y="1690688"/>
          <a:ext cx="1328736" cy="4415640"/>
        </p:xfrm>
        <a:graphic>
          <a:graphicData uri="http://schemas.openxmlformats.org/drawingml/2006/table">
            <a:tbl>
              <a:tblPr/>
              <a:tblGrid>
                <a:gridCol w="1328736">
                  <a:extLst>
                    <a:ext uri="{9D8B030D-6E8A-4147-A177-3AD203B41FA5}">
                      <a16:colId xmlns:a16="http://schemas.microsoft.com/office/drawing/2014/main" val="3804204927"/>
                    </a:ext>
                  </a:extLst>
                </a:gridCol>
              </a:tblGrid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14020C670906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89475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14020C670908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95779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14020C680906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914197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140472446713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057119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14047D766001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360096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14047D766002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795924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14020C670906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274606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14020C670908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01350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14020C680906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265593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140472446713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405021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14047D766001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201716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14047D766002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46834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14047D766013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154371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14047D776013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781577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14047D846013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56452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14101E294706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111223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14101E294707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52568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14101E294708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30143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14101E294709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464505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14280C872917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477870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E8F256BC-BCBA-61F6-90DB-F25F30904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92993"/>
              </p:ext>
            </p:extLst>
          </p:nvPr>
        </p:nvGraphicFramePr>
        <p:xfrm>
          <a:off x="2166936" y="1690687"/>
          <a:ext cx="1776414" cy="4415640"/>
        </p:xfrm>
        <a:graphic>
          <a:graphicData uri="http://schemas.openxmlformats.org/drawingml/2006/table">
            <a:tbl>
              <a:tblPr/>
              <a:tblGrid>
                <a:gridCol w="1776414">
                  <a:extLst>
                    <a:ext uri="{9D8B030D-6E8A-4147-A177-3AD203B41FA5}">
                      <a16:colId xmlns:a16="http://schemas.microsoft.com/office/drawing/2014/main" val="3303964641"/>
                    </a:ext>
                  </a:extLst>
                </a:gridCol>
              </a:tblGrid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14280C873017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045710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14280D030917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34172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14280D860917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903275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14280D864417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786347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14280D880917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626647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14280E283517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246935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14312C885417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365424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143139835417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469240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14313D890217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111460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14688D590408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168078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14688E354406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476481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14688E354407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56804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14688E354408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738489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14693C525502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796887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14693C525513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002517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14693C525514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942724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14693C525515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294643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14693C525516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985030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14693C556102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648920"/>
                  </a:ext>
                </a:extLst>
              </a:tr>
              <a:tr h="22078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14693C556113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866100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7165BAFC-46E5-6F38-E6AC-FB98DDE34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680702"/>
              </p:ext>
            </p:extLst>
          </p:nvPr>
        </p:nvGraphicFramePr>
        <p:xfrm>
          <a:off x="4329113" y="1690687"/>
          <a:ext cx="1443037" cy="4415642"/>
        </p:xfrm>
        <a:graphic>
          <a:graphicData uri="http://schemas.openxmlformats.org/drawingml/2006/table">
            <a:tbl>
              <a:tblPr/>
              <a:tblGrid>
                <a:gridCol w="1443037">
                  <a:extLst>
                    <a:ext uri="{9D8B030D-6E8A-4147-A177-3AD203B41FA5}">
                      <a16:colId xmlns:a16="http://schemas.microsoft.com/office/drawing/2014/main" val="1707908134"/>
                    </a:ext>
                  </a:extLst>
                </a:gridCol>
              </a:tblGrid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14693C556114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433336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14693C556115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775228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14693C556116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40225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160200590210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349158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160200591010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499522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160200600210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33422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160200601010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1334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160200601210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827989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160200601610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362476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160201722310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541960"/>
                  </a:ext>
                </a:extLst>
              </a:tr>
              <a:tr h="40142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160201726010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6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20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0C81A-C8BC-BB33-324A-2AB35EA2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EVIDENCIA ENVIADA A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318C554-075C-485A-BBAB-EDC7D0E5C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2989" y="1825625"/>
            <a:ext cx="80438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1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F6753-3CB8-DDC4-219E-B7F435AD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CODIGOS BLOQUEADOS</a:t>
            </a:r>
            <a:br>
              <a:rPr lang="es-MX" dirty="0"/>
            </a:br>
            <a:r>
              <a:rPr lang="es-MX" dirty="0"/>
              <a:t>NUMERO DE TICKET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605CD8E-FCBE-B1E4-A899-0FA50836C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539" y="2038662"/>
            <a:ext cx="7960572" cy="353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5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727BC-2588-F1BE-8EB8-05F4D584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LISTA DE CODIGOS BLOQUEADOS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C7D4DE7-64C4-FA4E-0495-4559EA7D8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396893"/>
              </p:ext>
            </p:extLst>
          </p:nvPr>
        </p:nvGraphicFramePr>
        <p:xfrm>
          <a:off x="985839" y="1957388"/>
          <a:ext cx="1243012" cy="3582184"/>
        </p:xfrm>
        <a:graphic>
          <a:graphicData uri="http://schemas.openxmlformats.org/drawingml/2006/table">
            <a:tbl>
              <a:tblPr/>
              <a:tblGrid>
                <a:gridCol w="1243012">
                  <a:extLst>
                    <a:ext uri="{9D8B030D-6E8A-4147-A177-3AD203B41FA5}">
                      <a16:colId xmlns:a16="http://schemas.microsoft.com/office/drawing/2014/main" val="1823583272"/>
                    </a:ext>
                  </a:extLst>
                </a:gridCol>
              </a:tblGrid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140021025407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185243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140021222305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279369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140021222307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004999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140021222308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85936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140021423505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45099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140113752501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152109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140113752506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747685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140120290901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020338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140120310907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121616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140120310908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5764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140482127017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72543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140532582517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7488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140532602517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530980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141010045705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52880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141010045706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3505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141010045707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43741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141010045708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952225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141010814405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390245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141010814406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802806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5991F06-8194-C712-8F4C-2C749C472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27200"/>
              </p:ext>
            </p:extLst>
          </p:nvPr>
        </p:nvGraphicFramePr>
        <p:xfrm>
          <a:off x="2428875" y="1957387"/>
          <a:ext cx="1957387" cy="3582180"/>
        </p:xfrm>
        <a:graphic>
          <a:graphicData uri="http://schemas.openxmlformats.org/drawingml/2006/table">
            <a:tbl>
              <a:tblPr/>
              <a:tblGrid>
                <a:gridCol w="1957387">
                  <a:extLst>
                    <a:ext uri="{9D8B030D-6E8A-4147-A177-3AD203B41FA5}">
                      <a16:colId xmlns:a16="http://schemas.microsoft.com/office/drawing/2014/main" val="2813441550"/>
                    </a:ext>
                  </a:extLst>
                </a:gridCol>
              </a:tblGrid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141010814408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662045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141010815406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472277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141010815407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172130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141010815408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703850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141010815607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802144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141010815608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780536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141011114406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54104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141011114407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22215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141011114408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726319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141011115607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723192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141011115608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91707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141011118506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99822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141011118507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486272"/>
                  </a:ext>
                </a:extLst>
              </a:tr>
              <a:tr h="25587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141011118508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192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07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FE021-78C0-3B36-B8C9-737B74C90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EVIDENCIA DE CODIGOS BLOQUEADOS</a:t>
            </a:r>
            <a:br>
              <a:rPr lang="es-MX" dirty="0"/>
            </a:br>
            <a:r>
              <a:rPr lang="es-MX" dirty="0"/>
              <a:t>ENVIADA A SISTEMAS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686785D-219D-04E6-E0F3-43C436B45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25625"/>
            <a:ext cx="91275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4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126</Words>
  <Application>Microsoft Office PowerPoint</Application>
  <PresentationFormat>Panorámica</PresentationFormat>
  <Paragraphs>92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PRODUCCION </vt:lpstr>
      <vt:lpstr>NUMERO DE TICKET </vt:lpstr>
      <vt:lpstr>ASISTENCIA CON CODIGOS QUE NO PERMITEN CERRA UNA SOLICITUD DE PEDIDO</vt:lpstr>
      <vt:lpstr>EVIDENCIA ENVIADA A SISTEMA</vt:lpstr>
      <vt:lpstr>CODIGOS BLOQUEADOS NUMERO DE TICKET</vt:lpstr>
      <vt:lpstr>LISTA DE CODIGOS BLOQUEADOS</vt:lpstr>
      <vt:lpstr>EVIDENCIA DE CODIGOS BLOQUEADOS ENVIADA A SISTEMAS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Fiesta Mexicana Gali CSL</dc:creator>
  <cp:lastModifiedBy>Fiesta Mexicana Gali CSL</cp:lastModifiedBy>
  <cp:revision>2</cp:revision>
  <dcterms:created xsi:type="dcterms:W3CDTF">2025-08-07T19:05:22Z</dcterms:created>
  <dcterms:modified xsi:type="dcterms:W3CDTF">2025-08-07T19:49:40Z</dcterms:modified>
</cp:coreProperties>
</file>