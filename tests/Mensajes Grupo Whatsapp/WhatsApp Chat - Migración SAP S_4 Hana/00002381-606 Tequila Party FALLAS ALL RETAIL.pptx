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56" r:id="rId7"/>
    <p:sldId id="270" r:id="rId8"/>
    <p:sldId id="262" r:id="rId9"/>
    <p:sldId id="265" r:id="rId10"/>
    <p:sldId id="266" r:id="rId11"/>
    <p:sldId id="264" r:id="rId12"/>
    <p:sldId id="263" r:id="rId13"/>
    <p:sldId id="267" r:id="rId14"/>
    <p:sldId id="269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sin título" id="{74C9DDA4-D40B-48A1-8D7B-789A69C4A946}">
          <p14:sldIdLst>
            <p14:sldId id="257"/>
            <p14:sldId id="259"/>
            <p14:sldId id="258"/>
            <p14:sldId id="260"/>
            <p14:sldId id="261"/>
            <p14:sldId id="256"/>
            <p14:sldId id="270"/>
            <p14:sldId id="262"/>
            <p14:sldId id="265"/>
            <p14:sldId id="266"/>
            <p14:sldId id="264"/>
            <p14:sldId id="263"/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338B9F-8505-4784-A488-0A2955FA5CE5}" v="14" dt="2025-08-28T16:47:44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quila Party Cabo (Puerto Paraiso)" userId="73072668-d361-4e44-8621-5ce3e7c31acd" providerId="ADAL" clId="{EB338B9F-8505-4784-A488-0A2955FA5CE5}"/>
    <pc:docChg chg="undo custSel addSld delSld modSld modSection">
      <pc:chgData name="Tequila Party Cabo (Puerto Paraiso)" userId="73072668-d361-4e44-8621-5ce3e7c31acd" providerId="ADAL" clId="{EB338B9F-8505-4784-A488-0A2955FA5CE5}" dt="2025-08-28T16:49:40.113" v="675" actId="20577"/>
      <pc:docMkLst>
        <pc:docMk/>
      </pc:docMkLst>
      <pc:sldChg chg="modSp mod">
        <pc:chgData name="Tequila Party Cabo (Puerto Paraiso)" userId="73072668-d361-4e44-8621-5ce3e7c31acd" providerId="ADAL" clId="{EB338B9F-8505-4784-A488-0A2955FA5CE5}" dt="2025-08-28T16:49:40.113" v="675" actId="20577"/>
        <pc:sldMkLst>
          <pc:docMk/>
          <pc:sldMk cId="1681486382" sldId="256"/>
        </pc:sldMkLst>
        <pc:spChg chg="mod">
          <ac:chgData name="Tequila Party Cabo (Puerto Paraiso)" userId="73072668-d361-4e44-8621-5ce3e7c31acd" providerId="ADAL" clId="{EB338B9F-8505-4784-A488-0A2955FA5CE5}" dt="2025-08-28T16:49:40.113" v="675" actId="20577"/>
          <ac:spMkLst>
            <pc:docMk/>
            <pc:sldMk cId="1681486382" sldId="256"/>
            <ac:spMk id="7" creationId="{30654991-FA0E-E32F-5B9A-57E12BF928AD}"/>
          </ac:spMkLst>
        </pc:spChg>
      </pc:sldChg>
      <pc:sldChg chg="addSp modSp mod setBg addAnim">
        <pc:chgData name="Tequila Party Cabo (Puerto Paraiso)" userId="73072668-d361-4e44-8621-5ce3e7c31acd" providerId="ADAL" clId="{EB338B9F-8505-4784-A488-0A2955FA5CE5}" dt="2025-08-28T02:49:34.548" v="391"/>
        <pc:sldMkLst>
          <pc:docMk/>
          <pc:sldMk cId="330840037" sldId="257"/>
        </pc:sldMkLst>
        <pc:spChg chg="mod">
          <ac:chgData name="Tequila Party Cabo (Puerto Paraiso)" userId="73072668-d361-4e44-8621-5ce3e7c31acd" providerId="ADAL" clId="{EB338B9F-8505-4784-A488-0A2955FA5CE5}" dt="2025-08-28T02:49:34.400" v="390" actId="26606"/>
          <ac:spMkLst>
            <pc:docMk/>
            <pc:sldMk cId="330840037" sldId="257"/>
            <ac:spMk id="2" creationId="{8EAEFE5F-733C-15C6-1397-5E5F9224153A}"/>
          </ac:spMkLst>
        </pc:spChg>
        <pc:spChg chg="add">
          <ac:chgData name="Tequila Party Cabo (Puerto Paraiso)" userId="73072668-d361-4e44-8621-5ce3e7c31acd" providerId="ADAL" clId="{EB338B9F-8505-4784-A488-0A2955FA5CE5}" dt="2025-08-28T02:49:34.400" v="390" actId="26606"/>
          <ac:spMkLst>
            <pc:docMk/>
            <pc:sldMk cId="330840037" sldId="257"/>
            <ac:spMk id="8" creationId="{EB0222B5-B739-82A9-5CCC-C5585AE12A69}"/>
          </ac:spMkLst>
        </pc:spChg>
        <pc:spChg chg="add">
          <ac:chgData name="Tequila Party Cabo (Puerto Paraiso)" userId="73072668-d361-4e44-8621-5ce3e7c31acd" providerId="ADAL" clId="{EB338B9F-8505-4784-A488-0A2955FA5CE5}" dt="2025-08-28T02:49:34.400" v="390" actId="26606"/>
          <ac:spMkLst>
            <pc:docMk/>
            <pc:sldMk cId="330840037" sldId="257"/>
            <ac:spMk id="10" creationId="{5BE23E75-E7E9-4D9F-6D25-5512363F8621}"/>
          </ac:spMkLst>
        </pc:spChg>
        <pc:picChg chg="add">
          <ac:chgData name="Tequila Party Cabo (Puerto Paraiso)" userId="73072668-d361-4e44-8621-5ce3e7c31acd" providerId="ADAL" clId="{EB338B9F-8505-4784-A488-0A2955FA5CE5}" dt="2025-08-28T02:49:34.400" v="390" actId="26606"/>
          <ac:picMkLst>
            <pc:docMk/>
            <pc:sldMk cId="330840037" sldId="257"/>
            <ac:picMk id="4" creationId="{E2FC379C-5C00-4578-A29D-06E46600716B}"/>
          </ac:picMkLst>
        </pc:picChg>
        <pc:cxnChg chg="add">
          <ac:chgData name="Tequila Party Cabo (Puerto Paraiso)" userId="73072668-d361-4e44-8621-5ce3e7c31acd" providerId="ADAL" clId="{EB338B9F-8505-4784-A488-0A2955FA5CE5}" dt="2025-08-28T02:49:34.400" v="390" actId="26606"/>
          <ac:cxnSpMkLst>
            <pc:docMk/>
            <pc:sldMk cId="330840037" sldId="257"/>
            <ac:cxnSpMk id="12" creationId="{61B115DB-65EB-3FC3-7284-CFDF4ADC60B6}"/>
          </ac:cxnSpMkLst>
        </pc:cxnChg>
      </pc:sldChg>
      <pc:sldChg chg="modSp mod">
        <pc:chgData name="Tequila Party Cabo (Puerto Paraiso)" userId="73072668-d361-4e44-8621-5ce3e7c31acd" providerId="ADAL" clId="{EB338B9F-8505-4784-A488-0A2955FA5CE5}" dt="2025-08-28T16:45:03.883" v="586" actId="20577"/>
        <pc:sldMkLst>
          <pc:docMk/>
          <pc:sldMk cId="1124023682" sldId="263"/>
        </pc:sldMkLst>
        <pc:spChg chg="mod">
          <ac:chgData name="Tequila Party Cabo (Puerto Paraiso)" userId="73072668-d361-4e44-8621-5ce3e7c31acd" providerId="ADAL" clId="{EB338B9F-8505-4784-A488-0A2955FA5CE5}" dt="2025-08-28T16:45:03.883" v="586" actId="20577"/>
          <ac:spMkLst>
            <pc:docMk/>
            <pc:sldMk cId="1124023682" sldId="263"/>
            <ac:spMk id="4" creationId="{9D84E60D-8B0E-679C-CF8C-CDF535BBCED5}"/>
          </ac:spMkLst>
        </pc:spChg>
      </pc:sldChg>
      <pc:sldChg chg="addSp delSp modSp new mod">
        <pc:chgData name="Tequila Party Cabo (Puerto Paraiso)" userId="73072668-d361-4e44-8621-5ce3e7c31acd" providerId="ADAL" clId="{EB338B9F-8505-4784-A488-0A2955FA5CE5}" dt="2025-08-28T02:48:40.112" v="389" actId="1076"/>
        <pc:sldMkLst>
          <pc:docMk/>
          <pc:sldMk cId="3890724459" sldId="267"/>
        </pc:sldMkLst>
        <pc:spChg chg="add mod">
          <ac:chgData name="Tequila Party Cabo (Puerto Paraiso)" userId="73072668-d361-4e44-8621-5ce3e7c31acd" providerId="ADAL" clId="{EB338B9F-8505-4784-A488-0A2955FA5CE5}" dt="2025-08-28T02:42:59.533" v="280" actId="207"/>
          <ac:spMkLst>
            <pc:docMk/>
            <pc:sldMk cId="3890724459" sldId="267"/>
            <ac:spMk id="4" creationId="{F88ABDDB-7C9C-1CD2-4EA5-22D0F3A80CFC}"/>
          </ac:spMkLst>
        </pc:spChg>
        <pc:spChg chg="add del mod">
          <ac:chgData name="Tequila Party Cabo (Puerto Paraiso)" userId="73072668-d361-4e44-8621-5ce3e7c31acd" providerId="ADAL" clId="{EB338B9F-8505-4784-A488-0A2955FA5CE5}" dt="2025-08-28T02:41:12.692" v="57"/>
          <ac:spMkLst>
            <pc:docMk/>
            <pc:sldMk cId="3890724459" sldId="267"/>
            <ac:spMk id="5" creationId="{47F6196A-0D8E-0EC1-5E78-BA78BA4AFC0F}"/>
          </ac:spMkLst>
        </pc:spChg>
        <pc:spChg chg="add mod">
          <ac:chgData name="Tequila Party Cabo (Puerto Paraiso)" userId="73072668-d361-4e44-8621-5ce3e7c31acd" providerId="ADAL" clId="{EB338B9F-8505-4784-A488-0A2955FA5CE5}" dt="2025-08-28T02:42:49.467" v="278"/>
          <ac:spMkLst>
            <pc:docMk/>
            <pc:sldMk cId="3890724459" sldId="267"/>
            <ac:spMk id="6" creationId="{8CA4400C-6BE3-6276-89AF-E4BAE51A72B2}"/>
          </ac:spMkLst>
        </pc:spChg>
        <pc:picChg chg="add mod">
          <ac:chgData name="Tequila Party Cabo (Puerto Paraiso)" userId="73072668-d361-4e44-8621-5ce3e7c31acd" providerId="ADAL" clId="{EB338B9F-8505-4784-A488-0A2955FA5CE5}" dt="2025-08-28T02:48:40.112" v="389" actId="1076"/>
          <ac:picMkLst>
            <pc:docMk/>
            <pc:sldMk cId="3890724459" sldId="267"/>
            <ac:picMk id="3" creationId="{F767D21F-2F58-2A1A-8F35-351710BF1C33}"/>
          </ac:picMkLst>
        </pc:picChg>
      </pc:sldChg>
      <pc:sldChg chg="new del">
        <pc:chgData name="Tequila Party Cabo (Puerto Paraiso)" userId="73072668-d361-4e44-8621-5ce3e7c31acd" providerId="ADAL" clId="{EB338B9F-8505-4784-A488-0A2955FA5CE5}" dt="2025-08-28T02:44:52.871" v="283" actId="47"/>
        <pc:sldMkLst>
          <pc:docMk/>
          <pc:sldMk cId="3414800440" sldId="268"/>
        </pc:sldMkLst>
      </pc:sldChg>
      <pc:sldChg chg="addSp delSp modSp new mod setBg">
        <pc:chgData name="Tequila Party Cabo (Puerto Paraiso)" userId="73072668-d361-4e44-8621-5ce3e7c31acd" providerId="ADAL" clId="{EB338B9F-8505-4784-A488-0A2955FA5CE5}" dt="2025-08-28T02:46:41.339" v="388" actId="20577"/>
        <pc:sldMkLst>
          <pc:docMk/>
          <pc:sldMk cId="1675204940" sldId="269"/>
        </pc:sldMkLst>
        <pc:spChg chg="mod">
          <ac:chgData name="Tequila Party Cabo (Puerto Paraiso)" userId="73072668-d361-4e44-8621-5ce3e7c31acd" providerId="ADAL" clId="{EB338B9F-8505-4784-A488-0A2955FA5CE5}" dt="2025-08-28T02:45:57.917" v="320" actId="26606"/>
          <ac:spMkLst>
            <pc:docMk/>
            <pc:sldMk cId="1675204940" sldId="269"/>
            <ac:spMk id="2" creationId="{51356BCE-BCBF-16B8-1067-43ADA028FF87}"/>
          </ac:spMkLst>
        </pc:spChg>
        <pc:spChg chg="del">
          <ac:chgData name="Tequila Party Cabo (Puerto Paraiso)" userId="73072668-d361-4e44-8621-5ce3e7c31acd" providerId="ADAL" clId="{EB338B9F-8505-4784-A488-0A2955FA5CE5}" dt="2025-08-28T02:45:40.662" v="315"/>
          <ac:spMkLst>
            <pc:docMk/>
            <pc:sldMk cId="1675204940" sldId="269"/>
            <ac:spMk id="3" creationId="{DB596ADD-6024-D786-8D55-CD54E2341BDA}"/>
          </ac:spMkLst>
        </pc:spChg>
        <pc:spChg chg="add del mod">
          <ac:chgData name="Tequila Party Cabo (Puerto Paraiso)" userId="73072668-d361-4e44-8621-5ce3e7c31acd" providerId="ADAL" clId="{EB338B9F-8505-4784-A488-0A2955FA5CE5}" dt="2025-08-28T02:46:36.509" v="387"/>
          <ac:spMkLst>
            <pc:docMk/>
            <pc:sldMk cId="1675204940" sldId="269"/>
            <ac:spMk id="6" creationId="{F8DE814D-3871-F40C-8D02-356E5F5EF8DB}"/>
          </ac:spMkLst>
        </pc:spChg>
        <pc:spChg chg="add mod">
          <ac:chgData name="Tequila Party Cabo (Puerto Paraiso)" userId="73072668-d361-4e44-8621-5ce3e7c31acd" providerId="ADAL" clId="{EB338B9F-8505-4784-A488-0A2955FA5CE5}" dt="2025-08-28T02:46:41.339" v="388" actId="20577"/>
          <ac:spMkLst>
            <pc:docMk/>
            <pc:sldMk cId="1675204940" sldId="269"/>
            <ac:spMk id="10" creationId="{087AC84F-4147-73DE-9FBF-17CB56B55D80}"/>
          </ac:spMkLst>
        </pc:spChg>
        <pc:spChg chg="add">
          <ac:chgData name="Tequila Party Cabo (Puerto Paraiso)" userId="73072668-d361-4e44-8621-5ce3e7c31acd" providerId="ADAL" clId="{EB338B9F-8505-4784-A488-0A2955FA5CE5}" dt="2025-08-28T02:45:57.917" v="320" actId="26606"/>
          <ac:spMkLst>
            <pc:docMk/>
            <pc:sldMk cId="1675204940" sldId="269"/>
            <ac:spMk id="13" creationId="{0D7B6173-1D58-48E2-83CF-37350F315F75}"/>
          </ac:spMkLst>
        </pc:spChg>
        <pc:spChg chg="add">
          <ac:chgData name="Tequila Party Cabo (Puerto Paraiso)" userId="73072668-d361-4e44-8621-5ce3e7c31acd" providerId="ADAL" clId="{EB338B9F-8505-4784-A488-0A2955FA5CE5}" dt="2025-08-28T02:45:57.917" v="320" actId="26606"/>
          <ac:spMkLst>
            <pc:docMk/>
            <pc:sldMk cId="1675204940" sldId="269"/>
            <ac:spMk id="15" creationId="{02EBFA83-D4DB-4CA0-B229-9E44634D7FE9}"/>
          </ac:spMkLst>
        </pc:spChg>
        <pc:spChg chg="add">
          <ac:chgData name="Tequila Party Cabo (Puerto Paraiso)" userId="73072668-d361-4e44-8621-5ce3e7c31acd" providerId="ADAL" clId="{EB338B9F-8505-4784-A488-0A2955FA5CE5}" dt="2025-08-28T02:45:57.917" v="320" actId="26606"/>
          <ac:spMkLst>
            <pc:docMk/>
            <pc:sldMk cId="1675204940" sldId="269"/>
            <ac:spMk id="19" creationId="{21BDEC81-16A7-4451-B893-C15000083B77}"/>
          </ac:spMkLst>
        </pc:spChg>
        <pc:spChg chg="add">
          <ac:chgData name="Tequila Party Cabo (Puerto Paraiso)" userId="73072668-d361-4e44-8621-5ce3e7c31acd" providerId="ADAL" clId="{EB338B9F-8505-4784-A488-0A2955FA5CE5}" dt="2025-08-28T02:45:57.917" v="320" actId="26606"/>
          <ac:spMkLst>
            <pc:docMk/>
            <pc:sldMk cId="1675204940" sldId="269"/>
            <ac:spMk id="21" creationId="{26A515A1-4D80-430E-BE0A-71A290516A82}"/>
          </ac:spMkLst>
        </pc:spChg>
        <pc:picChg chg="add mod">
          <ac:chgData name="Tequila Party Cabo (Puerto Paraiso)" userId="73072668-d361-4e44-8621-5ce3e7c31acd" providerId="ADAL" clId="{EB338B9F-8505-4784-A488-0A2955FA5CE5}" dt="2025-08-28T02:45:57.917" v="320" actId="26606"/>
          <ac:picMkLst>
            <pc:docMk/>
            <pc:sldMk cId="1675204940" sldId="269"/>
            <ac:picMk id="5" creationId="{591149B1-CA05-F772-1F94-0C149265CDE6}"/>
          </ac:picMkLst>
        </pc:picChg>
        <pc:picChg chg="add">
          <ac:chgData name="Tequila Party Cabo (Puerto Paraiso)" userId="73072668-d361-4e44-8621-5ce3e7c31acd" providerId="ADAL" clId="{EB338B9F-8505-4784-A488-0A2955FA5CE5}" dt="2025-08-28T02:45:57.917" v="320" actId="26606"/>
          <ac:picMkLst>
            <pc:docMk/>
            <pc:sldMk cId="1675204940" sldId="269"/>
            <ac:picMk id="17" creationId="{B0DAC8FB-A162-44E3-A606-C855A03A5B09}"/>
          </ac:picMkLst>
        </pc:picChg>
      </pc:sldChg>
      <pc:sldChg chg="addSp delSp modSp new mod">
        <pc:chgData name="Tequila Party Cabo (Puerto Paraiso)" userId="73072668-d361-4e44-8621-5ce3e7c31acd" providerId="ADAL" clId="{EB338B9F-8505-4784-A488-0A2955FA5CE5}" dt="2025-08-28T16:49:35.884" v="674" actId="20577"/>
        <pc:sldMkLst>
          <pc:docMk/>
          <pc:sldMk cId="1221372412" sldId="270"/>
        </pc:sldMkLst>
        <pc:spChg chg="add del mod">
          <ac:chgData name="Tequila Party Cabo (Puerto Paraiso)" userId="73072668-d361-4e44-8621-5ce3e7c31acd" providerId="ADAL" clId="{EB338B9F-8505-4784-A488-0A2955FA5CE5}" dt="2025-08-28T16:47:37.573" v="598" actId="47"/>
          <ac:spMkLst>
            <pc:docMk/>
            <pc:sldMk cId="1221372412" sldId="270"/>
            <ac:spMk id="4" creationId="{B545CF2D-BFEE-F304-2240-7AD036C76984}"/>
          </ac:spMkLst>
        </pc:spChg>
        <pc:spChg chg="add mod">
          <ac:chgData name="Tequila Party Cabo (Puerto Paraiso)" userId="73072668-d361-4e44-8621-5ce3e7c31acd" providerId="ADAL" clId="{EB338B9F-8505-4784-A488-0A2955FA5CE5}" dt="2025-08-28T16:48:20.622" v="656" actId="5793"/>
          <ac:spMkLst>
            <pc:docMk/>
            <pc:sldMk cId="1221372412" sldId="270"/>
            <ac:spMk id="5" creationId="{3F219B91-2E83-2D0E-BA9C-B8E141D8A060}"/>
          </ac:spMkLst>
        </pc:spChg>
        <pc:spChg chg="add mod">
          <ac:chgData name="Tequila Party Cabo (Puerto Paraiso)" userId="73072668-d361-4e44-8621-5ce3e7c31acd" providerId="ADAL" clId="{EB338B9F-8505-4784-A488-0A2955FA5CE5}" dt="2025-08-28T16:49:35.884" v="674" actId="20577"/>
          <ac:spMkLst>
            <pc:docMk/>
            <pc:sldMk cId="1221372412" sldId="270"/>
            <ac:spMk id="9" creationId="{19878A8C-E0C8-F93F-DC0C-3F6704CD9474}"/>
          </ac:spMkLst>
        </pc:spChg>
        <pc:picChg chg="add mod">
          <ac:chgData name="Tequila Party Cabo (Puerto Paraiso)" userId="73072668-d361-4e44-8621-5ce3e7c31acd" providerId="ADAL" clId="{EB338B9F-8505-4784-A488-0A2955FA5CE5}" dt="2025-08-28T16:46:51.970" v="592" actId="14100"/>
          <ac:picMkLst>
            <pc:docMk/>
            <pc:sldMk cId="1221372412" sldId="270"/>
            <ac:picMk id="3" creationId="{44E500CE-0EE8-9D2D-9AF8-4A69ACD96DAB}"/>
          </ac:picMkLst>
        </pc:picChg>
        <pc:picChg chg="add del">
          <ac:chgData name="Tequila Party Cabo (Puerto Paraiso)" userId="73072668-d361-4e44-8621-5ce3e7c31acd" providerId="ADAL" clId="{EB338B9F-8505-4784-A488-0A2955FA5CE5}" dt="2025-08-28T16:48:43.167" v="658" actId="22"/>
          <ac:picMkLst>
            <pc:docMk/>
            <pc:sldMk cId="1221372412" sldId="270"/>
            <ac:picMk id="7" creationId="{FDDC7A30-3672-AE5A-C729-69E66D03B0C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92126-254F-4478-1C4D-89D464949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EDC55-AC31-4FC7-16C5-79852EC8A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259EAF-7654-02A9-063A-22238A2B8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A622-EE3F-427B-B17C-1863A314721F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981106-10E4-F048-F075-1B557A97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525259-8D2C-E635-166E-9114D3D7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28B1-9F10-4B69-8855-172C5339288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2230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2C8D5-5729-7DC2-4ED4-694C367E1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F6F458-0AD3-D465-E932-A81287F7D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A42286-3E6E-59E7-8267-9D9C5BA5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A622-EE3F-427B-B17C-1863A314721F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EA5A41-B03E-2FD5-648A-3258A380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1A8B82-A319-703B-6BFB-BBDB52AC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28B1-9F10-4B69-8855-172C5339288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96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081B45-0574-E8E1-B2C9-61D0525BC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80968C-7EA8-044B-916B-72AE81BF2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8647A7-17DE-5ADD-D859-ECDA0C6F8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A622-EE3F-427B-B17C-1863A314721F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4A5C64-7421-1F4C-DA8C-89E60523B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8295B8-6052-E6E0-AED8-ED58A6017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28B1-9F10-4B69-8855-172C5339288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302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FB1BF-06C9-67D7-3296-097B6B9E7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4CB08B-EF60-6FC6-0EB9-853B8BB79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CCB60B-721B-0F98-DBE0-BCB91F40D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E97AB2-2F20-A26B-175A-3277DA8F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A622-EE3F-427B-B17C-1863A314721F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0D9A64-664F-B5FE-5403-CB093238F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A4A28D-C887-1212-7EFC-8C2C9DBE4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28B1-9F10-4B69-8855-172C5339288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5731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007EF-597D-CD7C-29AE-FC6AE9A3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9AD82B-29C4-AD3C-8141-CF27748E4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F98CC2-B157-3FC1-B45E-E9BC900FA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376BDD8-EA5D-47B3-32C2-448FE643B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034B0C-8432-D672-5B82-0E6FC34804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4B01B9-1924-A0FE-4A43-0CC4EE55E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A622-EE3F-427B-B17C-1863A314721F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22123CD-BBFC-025E-B7CE-2B3C4662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CBB48E6-F563-EF78-10FA-B0700D71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28B1-9F10-4B69-8855-172C5339288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8021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BC9190-340E-A013-6A90-2E979AAEE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E6D76BF-3621-9225-CB03-17D89C0FD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A622-EE3F-427B-B17C-1863A314721F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C68C48-1B60-61DE-723C-080DBB55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F0CBB2-CDDE-33DE-3CDF-8136F97D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28B1-9F10-4B69-8855-172C5339288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3408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1E3DA8C-685C-99AB-17FC-01D67FBA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A622-EE3F-427B-B17C-1863A314721F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CCC53E-CDF1-01ED-ABD1-7B2C30178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7E7D52-CD16-617B-2093-22A02368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28B1-9F10-4B69-8855-172C5339288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732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FD426-196B-2F4E-BE82-2869BD082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780FD5-70EA-8800-3DEE-CB7A3F41A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8B731F-528C-874E-B3FF-8D1E93C6D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6B342C-43A5-9636-177A-7163B282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A622-EE3F-427B-B17C-1863A314721F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4C6953-FD23-FCB2-6B98-B12953188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51BF53-ECEE-0A25-81F6-0B5CBD00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28B1-9F10-4B69-8855-172C5339288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157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9C6E2-6E99-C31A-26AC-D688017B3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764F53D-7A62-AFD5-D31C-1EF5ADB7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436977-BE02-E5D7-FAC1-246D52AF9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2C29AE-57EA-32F9-4C8B-76C49FBE2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A622-EE3F-427B-B17C-1863A314721F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290D03-18B0-8520-2C3D-DAB6E5571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2E4CED-4228-46C0-026C-53B5D59A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28B1-9F10-4B69-8855-172C5339288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5439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2FC61A-6D74-4F75-77C1-EEB45998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FA5FB6-6CEF-A4CC-308F-DBD24F5EC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307A76-5B67-FB3B-0EFF-D6EA239D5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A622-EE3F-427B-B17C-1863A314721F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E13E3B-4202-5917-42ED-1CF2360F5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33D0A0-0855-8EF0-D969-3C509F7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28B1-9F10-4B69-8855-172C5339288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875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2964DC-A08D-8C2D-1A26-38A3750A8A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F31696-E8C3-EBCF-F4FA-5B1907586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BE8FCB-73DA-92CE-5441-0B55E091C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A622-EE3F-427B-B17C-1863A314721F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8AA9DB-8061-A82F-8E64-B26146B6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9E1609-7B8D-1C35-DBD1-1EA2A501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28B1-9F10-4B69-8855-172C5339288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174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0BD26E9-A84A-CA51-92C5-65CC0B682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340A49-424C-0115-FF5B-4F2967EE2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F89136-5FEF-1D3C-628D-6D6241758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42A622-EE3F-427B-B17C-1863A314721F}" type="datetimeFigureOut">
              <a:rPr lang="es-MX" smtClean="0"/>
              <a:t>27/08/2025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A28F00-4D7C-BB46-F827-C7CB82D3F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57F88A-8F5D-DDCF-994E-8722BB22E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D028B1-9F10-4B69-8855-172C5339288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6943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coración de papel colorido con luces bokeh">
            <a:extLst>
              <a:ext uri="{FF2B5EF4-FFF2-40B4-BE49-F238E27FC236}">
                <a16:creationId xmlns:a16="http://schemas.microsoft.com/office/drawing/2014/main" id="{E2FC379C-5C00-4578-A29D-06E4660071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0130" b="560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AEFE5F-733C-15C6-1397-5E5F92241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7434"/>
            <a:ext cx="7800660" cy="1520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606 Tequila Party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4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rascos de medicina en estante">
            <a:extLst>
              <a:ext uri="{FF2B5EF4-FFF2-40B4-BE49-F238E27FC236}">
                <a16:creationId xmlns:a16="http://schemas.microsoft.com/office/drawing/2014/main" id="{30A92D5D-A1A9-C59A-B36C-126982C4D7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7865" b="7865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77010D-B7B5-6998-18BD-0EA2C146E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es-ES"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Recepción de orden de compra </a:t>
            </a:r>
            <a:endParaRPr lang="es-MX" sz="5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99E78D-9A7B-E5CE-0AE1-58DA04E98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DEPARTAMENDO DE LICORES</a:t>
            </a:r>
          </a:p>
          <a:p>
            <a:pPr marL="0" indent="0">
              <a:buNone/>
            </a:pPr>
            <a:endParaRPr lang="es-MX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896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CE1FBE-9720-8A7B-E39E-CA01A60B0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MITRE MEZCAL ARTESANAL &amp;</a:t>
            </a:r>
            <a:b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CAVA DE ORO</a:t>
            </a:r>
            <a:b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s-E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26/AGO/25</a:t>
            </a:r>
            <a:endParaRPr lang="es-MX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2ECCC69-EDD9-BACA-F77E-57432C45A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142" y="2071688"/>
            <a:ext cx="9160883" cy="463391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DE00464-394D-74E2-DD6B-A374B90D2065}"/>
              </a:ext>
            </a:extLst>
          </p:cNvPr>
          <p:cNvSpPr txBox="1"/>
          <p:nvPr/>
        </p:nvSpPr>
        <p:spPr>
          <a:xfrm>
            <a:off x="9472614" y="1027906"/>
            <a:ext cx="23717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Ha llegado producto, junto con la orden de compra anexada, sin embargo, al momento de querer darle recepción no permite proceder, retrasando su exhibición y venta, actualmente sin recepción.</a:t>
            </a:r>
          </a:p>
          <a:p>
            <a:pPr algn="ctr"/>
            <a:r>
              <a:rPr lang="es-ES" sz="1400" b="1" dirty="0"/>
              <a:t> </a:t>
            </a:r>
          </a:p>
          <a:p>
            <a:pPr algn="ctr"/>
            <a:r>
              <a:rPr lang="es-ES" sz="1400" b="1" dirty="0"/>
              <a:t>Esta situación nos paso también con el proveedor  GILDARDO PARTIDA MELENDREZ, ESTUVO DETENIDA SU RECEPCION POR 4 DÍAS.</a:t>
            </a:r>
            <a:endParaRPr lang="es-MX" sz="14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85FFE47-FE2C-D1F5-863A-6BBEDBC6F2D3}"/>
              </a:ext>
            </a:extLst>
          </p:cNvPr>
          <p:cNvSpPr txBox="1"/>
          <p:nvPr/>
        </p:nvSpPr>
        <p:spPr>
          <a:xfrm>
            <a:off x="9472613" y="5772150"/>
            <a:ext cx="2536245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Leyenda: Documento no disponible estado 02</a:t>
            </a:r>
            <a:endParaRPr lang="es-MX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8582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CBD8C-C506-2A72-D531-64C67F42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Recepción pie de camión.</a:t>
            </a:r>
            <a:br>
              <a:rPr lang="es-ES" dirty="0"/>
            </a:br>
            <a:r>
              <a:rPr lang="es-E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COMERCIALIZADORA NAYAR              11/AGO-2025</a:t>
            </a:r>
            <a:endParaRPr lang="es-MX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A988544-DCB0-1432-C49F-3690C2E3F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7"/>
            <a:ext cx="8172450" cy="516731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983E682-C2F8-F792-B8E1-FB3A8AD83051}"/>
              </a:ext>
            </a:extLst>
          </p:cNvPr>
          <p:cNvSpPr txBox="1"/>
          <p:nvPr/>
        </p:nvSpPr>
        <p:spPr>
          <a:xfrm>
            <a:off x="8286747" y="1175087"/>
            <a:ext cx="3733802" cy="203132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dirty="0"/>
              <a:t>Nayar es un tema extenso,  comienza con que no había contratos con el proveedor, nuestro producto esta varado desde el 11 de agosto, es producto que se pago en efectivo.</a:t>
            </a:r>
          </a:p>
          <a:p>
            <a:endParaRPr lang="es-ES" sz="1400" dirty="0"/>
          </a:p>
          <a:p>
            <a:r>
              <a:rPr lang="es-ES" sz="1400" dirty="0"/>
              <a:t> Cuando al fin se hizo el contrato con el proveedor lo siguiente fue los códigos sin extensión por lo tanto nuevamente me dejo sin darle recepción. </a:t>
            </a:r>
            <a:endParaRPr lang="es-MX" sz="1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CCD04D8-6E66-C9EB-529B-F377522DC455}"/>
              </a:ext>
            </a:extLst>
          </p:cNvPr>
          <p:cNvSpPr txBox="1"/>
          <p:nvPr/>
        </p:nvSpPr>
        <p:spPr>
          <a:xfrm>
            <a:off x="8543925" y="3651589"/>
            <a:ext cx="26431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CODIOGOS SIN CONTRATO: 7501073839885 </a:t>
            </a:r>
            <a:r>
              <a:rPr lang="es-ES" sz="1600" dirty="0">
                <a:solidFill>
                  <a:srgbClr val="FF0000"/>
                </a:solidFill>
              </a:rPr>
              <a:t>PEÑAFIEL SABOR LIMONADA 600ML</a:t>
            </a:r>
          </a:p>
          <a:p>
            <a:r>
              <a:rPr lang="es-ES" sz="1600" dirty="0"/>
              <a:t>7501073830509 </a:t>
            </a:r>
            <a:r>
              <a:rPr lang="es-ES" sz="1600" dirty="0">
                <a:solidFill>
                  <a:srgbClr val="FF0000"/>
                </a:solidFill>
              </a:rPr>
              <a:t>AGUA MINERAL 600ML </a:t>
            </a:r>
          </a:p>
          <a:p>
            <a:r>
              <a:rPr lang="es-ES" sz="1600" dirty="0"/>
              <a:t>7501198355536 </a:t>
            </a:r>
            <a:r>
              <a:rPr lang="es-ES" sz="1600" dirty="0">
                <a:solidFill>
                  <a:srgbClr val="FF0000"/>
                </a:solidFill>
              </a:rPr>
              <a:t>DR PEPER CEREZA LATA 355 ML</a:t>
            </a:r>
            <a:endParaRPr lang="es-MX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995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n 1">
            <a:extLst>
              <a:ext uri="{FF2B5EF4-FFF2-40B4-BE49-F238E27FC236}">
                <a16:creationId xmlns:a16="http://schemas.microsoft.com/office/drawing/2014/main" id="{5FC2904F-2057-235B-C2CB-9F60D97DA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1271589"/>
            <a:ext cx="5981700" cy="5584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901D4CB-7247-8226-5EC4-1A7BE3BDE36C}"/>
              </a:ext>
            </a:extLst>
          </p:cNvPr>
          <p:cNvSpPr txBox="1"/>
          <p:nvPr/>
        </p:nvSpPr>
        <p:spPr>
          <a:xfrm>
            <a:off x="142874" y="114301"/>
            <a:ext cx="10844915" cy="20621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Cuando se logro  la extensión de los códigos, y pude generar mi pedido de recepción pie de camión, el siguiente tema fue descuadre entre precios de la orden y los archivos de factura. Desde entonces se ha solicitado, por llamadas, por correos, incluso por parte de nuestro supervisor el apoyo al cuadre real de acuerdo con sus documentos </a:t>
            </a:r>
          </a:p>
          <a:p>
            <a:pPr algn="just"/>
            <a:endParaRPr lang="es-ES" sz="14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/>
            <a:endParaRPr lang="es-ES" sz="14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s-ES" dirty="0"/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3E27AC-220F-0A79-525F-3269046D0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164" y="1271589"/>
            <a:ext cx="6345836" cy="558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657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C2EAF04-C144-7FA7-5868-57E6306B3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63909"/>
            <a:ext cx="9386890" cy="51924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F0DAD82-0106-2A9B-E3A4-58C8FE35975F}"/>
              </a:ext>
            </a:extLst>
          </p:cNvPr>
          <p:cNvSpPr txBox="1"/>
          <p:nvPr/>
        </p:nvSpPr>
        <p:spPr>
          <a:xfrm>
            <a:off x="585788" y="342900"/>
            <a:ext cx="8801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Hoy se obtuvo respuesta de revisar su ingreso lo cual sigue sin cuadrar su importe de recepción, deteniendo de nuevo la mercancía de venta </a:t>
            </a:r>
          </a:p>
          <a:p>
            <a:endParaRPr lang="es-ES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E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27-agosto-25</a:t>
            </a:r>
            <a:endParaRPr lang="es-MX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654991-FA0E-E32F-5B9A-57E12BF928AD}"/>
              </a:ext>
            </a:extLst>
          </p:cNvPr>
          <p:cNvSpPr txBox="1"/>
          <p:nvPr/>
        </p:nvSpPr>
        <p:spPr>
          <a:xfrm>
            <a:off x="9686925" y="3571875"/>
            <a:ext cx="2371725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Leyenda: El importe de factura CFDI $1125.52 excede el importe $1124.49</a:t>
            </a:r>
            <a:endParaRPr lang="es-MX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8148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E500CE-0EE8-9D2D-9AF8-4A69ACD96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54" y="1693888"/>
            <a:ext cx="8244591" cy="516243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545CF2D-BFEE-F304-2240-7AD036C76984}"/>
              </a:ext>
            </a:extLst>
          </p:cNvPr>
          <p:cNvSpPr txBox="1"/>
          <p:nvPr/>
        </p:nvSpPr>
        <p:spPr>
          <a:xfrm>
            <a:off x="374754" y="179883"/>
            <a:ext cx="8244591" cy="101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F219B91-2E83-2D0E-BA9C-B8E141D8A060}"/>
              </a:ext>
            </a:extLst>
          </p:cNvPr>
          <p:cNvSpPr txBox="1"/>
          <p:nvPr/>
        </p:nvSpPr>
        <p:spPr>
          <a:xfrm>
            <a:off x="434715" y="464695"/>
            <a:ext cx="79897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Intento de ingreso sin éxito </a:t>
            </a:r>
          </a:p>
          <a:p>
            <a:endParaRPr lang="es-E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E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28/AGO/25</a:t>
            </a:r>
            <a:endParaRPr lang="es-MX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9878A8C-E0C8-F93F-DC0C-3F6704CD9474}"/>
              </a:ext>
            </a:extLst>
          </p:cNvPr>
          <p:cNvSpPr txBox="1"/>
          <p:nvPr/>
        </p:nvSpPr>
        <p:spPr>
          <a:xfrm>
            <a:off x="8929689" y="3091547"/>
            <a:ext cx="2887558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E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Leyenda: El importe de factura CFDI $1125.52 excede el importe $1124.48</a:t>
            </a:r>
            <a:endParaRPr lang="es-MX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1372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Un dron de entrega que lleva un paquete dentro de un almacén">
            <a:extLst>
              <a:ext uri="{FF2B5EF4-FFF2-40B4-BE49-F238E27FC236}">
                <a16:creationId xmlns:a16="http://schemas.microsoft.com/office/drawing/2014/main" id="{05F94CB2-447F-8B0B-6C11-3FFFD5B460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FD0DFBF-8276-4E78-0892-0ECD06BEDF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9600" y="4443414"/>
            <a:ext cx="10515600" cy="19859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SOLICITUD DE PEDIDO POR TRASLADO </a:t>
            </a:r>
            <a:br>
              <a:rPr lang="en-US" sz="52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CEDI </a:t>
            </a:r>
            <a:br>
              <a:rPr lang="en-US" sz="52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16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20-08-25</a:t>
            </a:r>
          </a:p>
        </p:txBody>
      </p:sp>
    </p:spTree>
    <p:extLst>
      <p:ext uri="{BB962C8B-B14F-4D97-AF65-F5344CB8AC3E}">
        <p14:creationId xmlns:p14="http://schemas.microsoft.com/office/powerpoint/2010/main" val="207645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F22B8EA9-C4BB-D541-DA30-5EDC01BD4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1743076"/>
            <a:ext cx="5372101" cy="489894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B9EC0DB-AD26-8C43-1833-379D24B6672C}"/>
              </a:ext>
            </a:extLst>
          </p:cNvPr>
          <p:cNvSpPr txBox="1"/>
          <p:nvPr/>
        </p:nvSpPr>
        <p:spPr>
          <a:xfrm>
            <a:off x="542925" y="215980"/>
            <a:ext cx="11387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 se han podido generar ordenes de traslado, porque el sistema marca error, por lo tanto, la tienda se queda sin mercancía </a:t>
            </a:r>
          </a:p>
          <a:p>
            <a:endParaRPr lang="es-ES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E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22-AGO-25</a:t>
            </a:r>
            <a:endParaRPr lang="es-MX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1595127-CD9B-90AE-4649-450211644C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32"/>
          <a:stretch>
            <a:fillRect/>
          </a:stretch>
        </p:blipFill>
        <p:spPr>
          <a:xfrm>
            <a:off x="6215063" y="1743075"/>
            <a:ext cx="5715000" cy="489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098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F3CA8-11D8-95F6-6518-65620225C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MESAS CON POCO PRODUCTO POR ERROR AL CREAR LA ORDEN. </a:t>
            </a:r>
            <a:endParaRPr lang="es-MX" sz="2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9" name="Marcador de contenido 8" descr="Un estante con libros&#10;&#10;El contenido generado por IA puede ser incorrecto.">
            <a:extLst>
              <a:ext uri="{FF2B5EF4-FFF2-40B4-BE49-F238E27FC236}">
                <a16:creationId xmlns:a16="http://schemas.microsoft.com/office/drawing/2014/main" id="{E2AE0F17-8E47-A389-6758-B6F58D6484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1" y="1825625"/>
            <a:ext cx="5181596" cy="4351338"/>
          </a:xfrm>
        </p:spPr>
      </p:pic>
      <p:pic>
        <p:nvPicPr>
          <p:cNvPr id="7" name="Marcador de contenido 6" descr="Una tienda de libros&#10;&#10;El contenido generado por IA puede ser incorrecto.">
            <a:extLst>
              <a:ext uri="{FF2B5EF4-FFF2-40B4-BE49-F238E27FC236}">
                <a16:creationId xmlns:a16="http://schemas.microsoft.com/office/drawing/2014/main" id="{B20788A7-9080-9FCE-F5FB-8B81981D5E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25625"/>
            <a:ext cx="5181597" cy="4351338"/>
          </a:xfrm>
        </p:spPr>
      </p:pic>
    </p:spTree>
    <p:extLst>
      <p:ext uri="{BB962C8B-B14F-4D97-AF65-F5344CB8AC3E}">
        <p14:creationId xmlns:p14="http://schemas.microsoft.com/office/powerpoint/2010/main" val="2873342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3F8E8A-5A38-A9B7-0533-88AB58A6F8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97016" y="905011"/>
            <a:ext cx="4589328" cy="18891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Gorras combo con playera 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F48BD45E-2CDC-8E31-9F95-D946FD8BF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07" y="1886647"/>
            <a:ext cx="5468347" cy="3839595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75CDB91F-84EB-2AB2-2EDE-465A0D74A6B2}"/>
              </a:ext>
            </a:extLst>
          </p:cNvPr>
          <p:cNvSpPr txBox="1"/>
          <p:nvPr/>
        </p:nvSpPr>
        <p:spPr>
          <a:xfrm>
            <a:off x="6597016" y="2965592"/>
            <a:ext cx="4589328" cy="2987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 </a:t>
            </a:r>
            <a:r>
              <a:rPr lang="en-US" dirty="0" err="1"/>
              <a:t>permitió</a:t>
            </a:r>
            <a:r>
              <a:rPr lang="en-US" dirty="0"/>
              <a:t> crear orden </a:t>
            </a:r>
            <a:r>
              <a:rPr lang="en-US" dirty="0" err="1"/>
              <a:t>en</a:t>
            </a:r>
            <a:r>
              <a:rPr lang="en-US" dirty="0"/>
              <a:t> ese </a:t>
            </a:r>
            <a:r>
              <a:rPr lang="en-US" dirty="0" err="1"/>
              <a:t>producto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cual</a:t>
            </a:r>
            <a:r>
              <a:rPr lang="en-US" dirty="0"/>
              <a:t> se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vendía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bien, </a:t>
            </a:r>
            <a:r>
              <a:rPr lang="en-US" dirty="0" err="1"/>
              <a:t>actualmente</a:t>
            </a:r>
            <a:r>
              <a:rPr lang="en-US" dirty="0"/>
              <a:t> no </a:t>
            </a:r>
            <a:r>
              <a:rPr lang="en-US" dirty="0" err="1"/>
              <a:t>contamos</a:t>
            </a:r>
            <a:r>
              <a:rPr lang="en-US" dirty="0"/>
              <a:t> con </a:t>
            </a:r>
            <a:r>
              <a:rPr lang="en-US" dirty="0" err="1"/>
              <a:t>producto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777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6961C99-960F-898F-51A0-1ABA0583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8" r="3555" b="7479"/>
          <a:stretch>
            <a:fillRect/>
          </a:stretch>
        </p:blipFill>
        <p:spPr>
          <a:xfrm>
            <a:off x="259556" y="1800225"/>
            <a:ext cx="8527257" cy="475773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69A5992-EC15-5B96-75FE-D2D5F0057288}"/>
              </a:ext>
            </a:extLst>
          </p:cNvPr>
          <p:cNvSpPr txBox="1"/>
          <p:nvPr/>
        </p:nvSpPr>
        <p:spPr>
          <a:xfrm>
            <a:off x="757238" y="414338"/>
            <a:ext cx="9892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Playeras niño estampada boquitas</a:t>
            </a:r>
            <a:endParaRPr lang="es-MX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84E60D-8B0E-679C-CF8C-CDF535BBCED5}"/>
              </a:ext>
            </a:extLst>
          </p:cNvPr>
          <p:cNvSpPr txBox="1"/>
          <p:nvPr/>
        </p:nvSpPr>
        <p:spPr>
          <a:xfrm>
            <a:off x="9115425" y="1800225"/>
            <a:ext cx="281701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 se han podido crear completos los pedidos, hay códigos que se tienen que eliminar y en muchos de nuestros pedidos se han podido generar en partes o algún articulo no pasa y se quita haciendo más lento el proceso, así como su entrega muy escasa. </a:t>
            </a:r>
            <a:endParaRPr lang="es-MX" sz="2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023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F767D21F-2F58-2A1A-8F35-351710BF1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05" y="1763452"/>
            <a:ext cx="8574374" cy="482308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88ABDDB-7C9C-1CD2-4EA5-22D0F3A80CFC}"/>
              </a:ext>
            </a:extLst>
          </p:cNvPr>
          <p:cNvSpPr txBox="1"/>
          <p:nvPr/>
        </p:nvSpPr>
        <p:spPr>
          <a:xfrm>
            <a:off x="1139252" y="644577"/>
            <a:ext cx="7405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accent6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Boquitas mamelucos</a:t>
            </a:r>
            <a:endParaRPr lang="es-MX" sz="2800" dirty="0">
              <a:solidFill>
                <a:schemeClr val="accent6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CA4400C-6BE3-6276-89AF-E4BAE51A72B2}"/>
              </a:ext>
            </a:extLst>
          </p:cNvPr>
          <p:cNvSpPr txBox="1"/>
          <p:nvPr/>
        </p:nvSpPr>
        <p:spPr>
          <a:xfrm>
            <a:off x="9644063" y="2034915"/>
            <a:ext cx="20982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 permite crear orden, de más de 11 códigos, se han generado de 2 códigos en los últimos intentos </a:t>
            </a:r>
            <a:endParaRPr lang="es-MX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724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356BCE-BCBF-16B8-1067-43ADA028F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016" y="905011"/>
            <a:ext cx="4589328" cy="1889135"/>
          </a:xfrm>
        </p:spPr>
        <p:txBody>
          <a:bodyPr anchor="b">
            <a:normAutofit/>
          </a:bodyPr>
          <a:lstStyle/>
          <a:p>
            <a:r>
              <a:rPr lang="es-ES" sz="48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Boquitas </a:t>
            </a:r>
            <a:br>
              <a:rPr lang="es-ES" sz="4800"/>
            </a:br>
            <a:r>
              <a:rPr lang="es-ES" sz="4800" b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27-AGO-25</a:t>
            </a:r>
            <a:endParaRPr lang="es-MX" sz="4800" b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Marcador de contenido 4" descr="Una pantalla de una computadora&#10;&#10;El contenido generado por IA puede ser incorrecto.">
            <a:extLst>
              <a:ext uri="{FF2B5EF4-FFF2-40B4-BE49-F238E27FC236}">
                <a16:creationId xmlns:a16="http://schemas.microsoft.com/office/drawing/2014/main" id="{591149B1-CA05-F772-1F94-0C149265CD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07" y="1373990"/>
            <a:ext cx="5468347" cy="410126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87AC84F-4147-73DE-9FBF-17CB56B55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016" y="2965592"/>
            <a:ext cx="2996689" cy="29873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 permite crear orden de compra, marca error.</a:t>
            </a:r>
          </a:p>
        </p:txBody>
      </p:sp>
    </p:spTree>
    <p:extLst>
      <p:ext uri="{BB962C8B-B14F-4D97-AF65-F5344CB8AC3E}">
        <p14:creationId xmlns:p14="http://schemas.microsoft.com/office/powerpoint/2010/main" val="1675204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oleta rojo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471</Words>
  <Application>Microsoft Office PowerPoint</Application>
  <PresentationFormat>Panorámica</PresentationFormat>
  <Paragraphs>39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ADLaM Display</vt:lpstr>
      <vt:lpstr>Aptos</vt:lpstr>
      <vt:lpstr>Aptos Display</vt:lpstr>
      <vt:lpstr>Arial</vt:lpstr>
      <vt:lpstr>Calibri</vt:lpstr>
      <vt:lpstr>Tema de Office</vt:lpstr>
      <vt:lpstr>606 Tequila Party </vt:lpstr>
      <vt:lpstr>Recepción de orden de compra </vt:lpstr>
      <vt:lpstr>MITRE MEZCAL ARTESANAL &amp; CAVA DE ORO 26/AGO/25</vt:lpstr>
      <vt:lpstr>Recepción pie de camión. COMERCIALIZADORA NAYAR              11/AGO-2025</vt:lpstr>
      <vt:lpstr>Presentación de PowerPoint</vt:lpstr>
      <vt:lpstr>Presentación de PowerPoint</vt:lpstr>
      <vt:lpstr>Presentación de PowerPoint</vt:lpstr>
      <vt:lpstr>SOLICITUD DE PEDIDO POR TRASLADO  CEDI  20-08-25</vt:lpstr>
      <vt:lpstr>Presentación de PowerPoint</vt:lpstr>
      <vt:lpstr>MESAS CON POCO PRODUCTO POR ERROR AL CREAR LA ORDEN. </vt:lpstr>
      <vt:lpstr>Gorras combo con playera </vt:lpstr>
      <vt:lpstr>Presentación de PowerPoint</vt:lpstr>
      <vt:lpstr>Presentación de PowerPoint</vt:lpstr>
      <vt:lpstr>Boquitas  27-AGO-25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Tequila Party Cabo (Puerto Paraiso)</dc:creator>
  <cp:lastModifiedBy>Tequila Party Cabo (Puerto Paraiso)</cp:lastModifiedBy>
  <cp:revision>1</cp:revision>
  <dcterms:created xsi:type="dcterms:W3CDTF">2025-08-28T00:28:22Z</dcterms:created>
  <dcterms:modified xsi:type="dcterms:W3CDTF">2025-08-28T16:49:42Z</dcterms:modified>
</cp:coreProperties>
</file>