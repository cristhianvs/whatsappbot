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09220-3B89-6F0F-3DA7-704365EF2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15B58C-C269-2B0E-4637-12FEE2285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2511AB-44F1-2791-A501-58F174B8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8A70D5-0A05-8867-20A9-A6BADA5C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A13F1-703C-FE9B-0D3C-DE580927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612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FE77D-E3A4-D678-AFD7-0387774C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389299-48A4-DD7E-8581-5A12EF4CD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52A0FF-6440-A8AE-CF13-1380507A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9F1B45-1FFC-5A37-90FB-ED159A1D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694D91-47AA-FA7B-8976-3B9EE40CA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60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73BE4-5B2A-5DAC-29C6-959CC4FD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0EFAB5-46DC-F28C-4B1E-4D3B35971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735A7D-E9F2-B4F3-3328-0CF9458E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F2107-42D4-9EE0-A4D6-A11B9680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CC8FE-8A6B-AD63-E148-66A98D2C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951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3A182-44DA-759A-48AC-D557479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B3A4E0-C56E-BED2-61AC-A83B0D469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67F88D-66B0-7053-ECCB-2DED984D7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154CFB-FFD4-1FEE-0E1E-9F2B2EC9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CAADF8-7741-BD1C-9AFE-73D7F913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6DCF26-6751-F2D2-2A9E-A9D7482A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915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B7672-B542-E706-2C82-A3154524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16CDBE-0880-AD2E-5426-545351CBA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181AED-4E90-34C5-80F9-46B133BFA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5F05D1-1525-0E09-AB04-91438449C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6DF483-DB79-01A9-9A47-A52E7EE27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AD4EDD-A0EB-1B3E-77CA-4AC4C642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C094E0-38EE-D702-0FEC-C3F2039C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474423-E8CB-2862-4ED4-4BD72266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804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3498A-C826-AE38-CC11-7A95DD86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69DEDD-2E12-7B76-EC6C-6218A886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6822B6-D3FA-D7FC-DF4D-30ACAA144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0687C6-BD01-61CA-3A51-FF321747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544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E0CD05-F10B-14F8-EAF3-E5483408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F6D097-7476-2F71-2E9B-FD9E17C4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5BF1C9-5931-48B5-6B37-07E697C8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344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CACA5-42A4-74B3-8357-44063EC8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D935DD-3734-4A4F-309D-B9E6E8CE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30E1C2-0E32-7241-224C-BCBE3108E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64DF1F-8871-24DC-6145-FD0E5E9E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3E630F-1B2E-2591-C4CF-558F6659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B9877D-56E7-A974-DBD1-9CDC0426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146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4BCD7-2E35-EDBA-BE43-A498D8CC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B80B7A-4825-F4F0-FF3F-2B9D6BD69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7451CA-5FC2-02A8-E4C4-276106C91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2BC779-896B-6E9A-28DC-D60219EB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4EF319-C65C-CA50-00CF-5CB5476C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1E0F24-DFD5-4BFC-BF2B-A2DFB5AB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710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8C6EE-A1BB-4A53-D101-DE51C7DC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0A2D0D-1070-B303-0085-0EFCB2A61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DECC87-0387-4699-B1B4-920F54C8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E96D7-2570-E76A-5CFF-9E0733701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8DCF02-F75B-D2FC-C79F-BBAB9DAD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50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E8F415-1A7D-DD46-4909-C0FE0EF88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94B430-2508-DE20-C9EE-0C7915438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F953BC-B77F-29B4-7DAC-2CBB91F2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9E8ECB-9EB2-C87A-F660-BBCB3540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330908-AD5F-DC88-71B3-C4F9E317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711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0F4BDF-0ED6-8668-2EF1-EF99ADDE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A778EF-C25E-CC31-949A-AC166601C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534DE3-9566-CDA5-4272-90160110F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C7454-9184-46CF-AA8E-B27E1A8A2093}" type="datetimeFigureOut">
              <a:rPr lang="es-MX" smtClean="0"/>
              <a:t>13/09/2025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EB42-9B43-7AB3-5F76-191A9D4BD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544B8-4661-D115-FE93-2B146DAA6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102D0-9BCB-4610-8553-6E0C466D57D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357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42F8B-EE11-5F39-4BDC-EAC5BF354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Numero de ticket 18335 </a:t>
            </a:r>
          </a:p>
        </p:txBody>
      </p:sp>
    </p:spTree>
    <p:extLst>
      <p:ext uri="{BB962C8B-B14F-4D97-AF65-F5344CB8AC3E}">
        <p14:creationId xmlns:p14="http://schemas.microsoft.com/office/powerpoint/2010/main" val="85842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3198A-3CDB-8409-6EBC-39CA6EC1A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Correo enviado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4712054-08A2-DE77-4154-08A45CC66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8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A7DDC-EA00-AA74-AD2D-22B5C941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636838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Numero de  O.C 4500011391</a:t>
            </a:r>
            <a:br>
              <a:rPr lang="es-MX" dirty="0"/>
            </a:br>
            <a:r>
              <a:rPr lang="es-MX" dirty="0"/>
              <a:t>PROVEEDOR: AZUL PUNTO Y COMA</a:t>
            </a:r>
          </a:p>
        </p:txBody>
      </p:sp>
    </p:spTree>
    <p:extLst>
      <p:ext uri="{BB962C8B-B14F-4D97-AF65-F5344CB8AC3E}">
        <p14:creationId xmlns:p14="http://schemas.microsoft.com/office/powerpoint/2010/main" val="326599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8A3B5-3042-7210-7660-20721580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EVIDENCIA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25958B3-1DA3-A6AF-D331-E97C2557E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60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Numero de ticket 18335 </vt:lpstr>
      <vt:lpstr>Correo enviado </vt:lpstr>
      <vt:lpstr>Numero de  O.C 4500011391 PROVEEDOR: AZUL PUNTO Y COMA</vt:lpstr>
      <vt:lpstr>EVIDENCIA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1</cp:revision>
  <dcterms:created xsi:type="dcterms:W3CDTF">2025-09-13T23:25:30Z</dcterms:created>
  <dcterms:modified xsi:type="dcterms:W3CDTF">2025-09-14T00:24:58Z</dcterms:modified>
</cp:coreProperties>
</file>