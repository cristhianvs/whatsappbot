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6" r:id="rId3"/>
    <p:sldId id="258" r:id="rId4"/>
    <p:sldId id="257" r:id="rId5"/>
    <p:sldId id="261" r:id="rId6"/>
    <p:sldId id="260" r:id="rId7"/>
    <p:sldId id="263" r:id="rId8"/>
    <p:sldId id="262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13/08/2025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29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13/08/2025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043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13/08/2025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499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13/08/2025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428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13/08/2025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321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13/08/2025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774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13/08/2025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1935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13/08/2025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71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33373ED-ED92-46FC-AA09-DA0B9DC25365}" type="datetimeFigureOut">
              <a:rPr lang="es-MX" smtClean="0"/>
              <a:t>13/08/2025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96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13/08/2025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618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13/08/2025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060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373ED-ED92-46FC-AA09-DA0B9DC25365}" type="datetimeFigureOut">
              <a:rPr lang="es-MX" smtClean="0"/>
              <a:t>13/08/2025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050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A7BAE-F40C-74C3-71E8-01FB060C4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RECEPCION PIE DE CAMION 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74CC6B-3F98-047C-E00B-62C39B995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accent2">
                    <a:lumMod val="75000"/>
                  </a:schemeClr>
                </a:solidFill>
                <a:latin typeface="Amasis MT Pro Black" panose="020F0502020204030204" pitchFamily="18" charset="0"/>
              </a:rPr>
              <a:t>TEQUILA PARTY</a:t>
            </a:r>
            <a:endParaRPr lang="es-MX" dirty="0">
              <a:solidFill>
                <a:schemeClr val="accent2">
                  <a:lumMod val="75000"/>
                </a:schemeClr>
              </a:solidFill>
              <a:latin typeface="Amasis MT Pro Black" panose="020F0502020204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987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D292974-3C60-A397-9B44-E8517C13E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7862"/>
            <a:ext cx="8739266" cy="46184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0E2761D-B5ED-2613-F37D-D9DADA56BC04}"/>
              </a:ext>
            </a:extLst>
          </p:cNvPr>
          <p:cNvSpPr txBox="1"/>
          <p:nvPr/>
        </p:nvSpPr>
        <p:spPr>
          <a:xfrm>
            <a:off x="359764" y="839449"/>
            <a:ext cx="6610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606 TEQUILA PARTY  TICKET 15941</a:t>
            </a:r>
          </a:p>
          <a:p>
            <a:r>
              <a:rPr lang="es-ES" b="1" dirty="0"/>
              <a:t>PIE DE CAMION</a:t>
            </a:r>
          </a:p>
          <a:p>
            <a:r>
              <a:rPr lang="es-ES" b="1" dirty="0"/>
              <a:t>COMERCIALIZADORA NAYAR</a:t>
            </a:r>
            <a:endParaRPr lang="es-MX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63F7228-8646-DBBD-6CAA-E7837C823C25}"/>
              </a:ext>
            </a:extLst>
          </p:cNvPr>
          <p:cNvSpPr txBox="1"/>
          <p:nvPr/>
        </p:nvSpPr>
        <p:spPr>
          <a:xfrm>
            <a:off x="9383843" y="4272197"/>
            <a:ext cx="24733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LEYENDA:</a:t>
            </a:r>
            <a:r>
              <a:rPr lang="es-ES" dirty="0"/>
              <a:t> </a:t>
            </a:r>
            <a:r>
              <a:rPr lang="es-ES" dirty="0">
                <a:solidFill>
                  <a:srgbClr val="FF0000"/>
                </a:solidFill>
              </a:rPr>
              <a:t>No se han encontrado contratos activos para el proveedor </a:t>
            </a:r>
            <a:endParaRPr lang="es-MX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714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B0E5AC-EF5F-581E-6CBE-BA0CAB58D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013" y="533399"/>
            <a:ext cx="5791199" cy="60245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CF82B84-6DDB-D61B-59CF-A911FFEB4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492" y="763093"/>
            <a:ext cx="2078246" cy="602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85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C4E3255-735A-C727-0E63-9EA0F600E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8430"/>
            <a:ext cx="8124669" cy="456789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DA3884B-1A8A-16FF-21DD-F2028A089836}"/>
              </a:ext>
            </a:extLst>
          </p:cNvPr>
          <p:cNvSpPr txBox="1"/>
          <p:nvPr/>
        </p:nvSpPr>
        <p:spPr>
          <a:xfrm>
            <a:off x="417851" y="1011736"/>
            <a:ext cx="6093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606 TEQUILA PARTY  TICKET 15941</a:t>
            </a:r>
          </a:p>
          <a:p>
            <a:r>
              <a:rPr lang="es-ES" b="1" dirty="0"/>
              <a:t>PIE DE CAMION</a:t>
            </a:r>
          </a:p>
          <a:p>
            <a:r>
              <a:rPr lang="es-ES" b="1" dirty="0"/>
              <a:t>COMERCIALIZADORA AZUL PUNTO Y COMA </a:t>
            </a:r>
            <a:endParaRPr lang="es-MX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C4259AB-FCDA-8EE3-2802-EB93CCBEDD6F}"/>
              </a:ext>
            </a:extLst>
          </p:cNvPr>
          <p:cNvSpPr txBox="1"/>
          <p:nvPr/>
        </p:nvSpPr>
        <p:spPr>
          <a:xfrm>
            <a:off x="9029700" y="4014788"/>
            <a:ext cx="28432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LEYENDA</a:t>
            </a:r>
            <a:r>
              <a:rPr lang="es-ES" dirty="0">
                <a:solidFill>
                  <a:srgbClr val="FF0000"/>
                </a:solidFill>
              </a:rPr>
              <a:t>: </a:t>
            </a:r>
            <a:r>
              <a:rPr lang="es-ES" b="1" dirty="0">
                <a:solidFill>
                  <a:srgbClr val="FF0000"/>
                </a:solidFill>
              </a:rPr>
              <a:t>No se han encontrado contratos activos para el proveedor </a:t>
            </a:r>
            <a:endParaRPr lang="es-MX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273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17E0D-0188-FD50-CE15-A7837F621C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SOLICITUD DE PEDIDO 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72E67E-595B-CA69-0892-A7B389E2B4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CEDI 615</a:t>
            </a:r>
          </a:p>
          <a:p>
            <a:r>
              <a:rPr lang="es-ES" dirty="0"/>
              <a:t>                                                                                                 </a:t>
            </a:r>
            <a:r>
              <a:rPr lang="es-ES" sz="1600" dirty="0"/>
              <a:t>12/ago/2025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06977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C00F5DB-7243-B144-87A1-E8984A179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93937"/>
            <a:ext cx="8634335" cy="486406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22816CB-1760-1F1B-E269-3AF71CBF5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06" y="657692"/>
            <a:ext cx="3751757" cy="102120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2B1D948-9030-5B8E-81BB-2D739E229E43}"/>
              </a:ext>
            </a:extLst>
          </p:cNvPr>
          <p:cNvSpPr txBox="1"/>
          <p:nvPr/>
        </p:nvSpPr>
        <p:spPr>
          <a:xfrm>
            <a:off x="8849193" y="3429000"/>
            <a:ext cx="3342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/>
                </a:solidFill>
              </a:rPr>
              <a:t>No permite generar pedido en productos como playeras boquitas.</a:t>
            </a:r>
            <a:endParaRPr lang="es-MX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15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0E9B5-9D42-AB1F-7D07-994384FA4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SOLICITUD DE PEDIDO BOQUITAS CEDI 615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54B3258-E3E8-DD0E-394C-62BD97CD7B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00250"/>
            <a:ext cx="8243888" cy="485775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2CAD36B-28CB-2C6C-3BAA-202B27BAA5FA}"/>
              </a:ext>
            </a:extLst>
          </p:cNvPr>
          <p:cNvSpPr txBox="1"/>
          <p:nvPr/>
        </p:nvSpPr>
        <p:spPr>
          <a:xfrm>
            <a:off x="8943975" y="3171825"/>
            <a:ext cx="28575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Se ingresaron 16 códigos de 12 piezas las cuales no, procedió marcándonos en rojo, adjuntado en la siguiente diapositiva.</a:t>
            </a:r>
            <a:endParaRPr lang="es-MX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309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ED55F-D68E-A73C-CD78-E147C5152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Se levanta Ticket </a:t>
            </a:r>
            <a:br>
              <a:rPr lang="es-ES" dirty="0">
                <a:solidFill>
                  <a:schemeClr val="accent1"/>
                </a:solidFill>
                <a:latin typeface="Amasis MT Pro Black" panose="02040A04050005020304" pitchFamily="18" charset="0"/>
              </a:rPr>
            </a:br>
            <a:r>
              <a:rPr lang="es-MX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16018    </a:t>
            </a:r>
            <a:r>
              <a:rPr lang="es-MX" dirty="0" err="1">
                <a:solidFill>
                  <a:schemeClr val="accent1"/>
                </a:solidFill>
                <a:latin typeface="Amasis MT Pro Black" panose="02040A04050005020304" pitchFamily="18" charset="0"/>
              </a:rPr>
              <a:t>tp</a:t>
            </a:r>
            <a:r>
              <a:rPr lang="es-MX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 606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04136C2-BCA9-8FD7-983D-8E82A88D5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738" y="1853755"/>
            <a:ext cx="9078183" cy="500424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30EBDC4-526A-93A8-72AC-DBB03080D34D}"/>
              </a:ext>
            </a:extLst>
          </p:cNvPr>
          <p:cNvSpPr txBox="1"/>
          <p:nvPr/>
        </p:nvSpPr>
        <p:spPr>
          <a:xfrm>
            <a:off x="10044113" y="3700463"/>
            <a:ext cx="1614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Leyenda: Marca error</a:t>
            </a:r>
            <a:endParaRPr lang="es-MX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792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8AFCDC5C-6783-3D3C-B458-28E039C28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3380" y="1302354"/>
            <a:ext cx="8637072" cy="1626584"/>
          </a:xfrm>
        </p:spPr>
        <p:txBody>
          <a:bodyPr>
            <a:noAutofit/>
          </a:bodyPr>
          <a:lstStyle/>
          <a:p>
            <a:r>
              <a:rPr lang="es-ES" sz="24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Solicitud de pedido por transferencia cedi.</a:t>
            </a:r>
          </a:p>
          <a:p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playeras adulto y niño estampada.</a:t>
            </a:r>
          </a:p>
          <a:p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                                                                      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13/ago/2025</a:t>
            </a:r>
            <a:endParaRPr lang="es-MX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003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F31D455-92A7-CE38-0270-F9F2D4AB1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71575"/>
            <a:ext cx="9473784" cy="568642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C1253C0-ABAA-A8BA-B773-5523043E074B}"/>
              </a:ext>
            </a:extLst>
          </p:cNvPr>
          <p:cNvSpPr txBox="1"/>
          <p:nvPr/>
        </p:nvSpPr>
        <p:spPr>
          <a:xfrm>
            <a:off x="9615489" y="2871788"/>
            <a:ext cx="23717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 ingresaron 78 artículos de producción con cantidades de 12pz y 6pz, la cual no permitió generar la solicitud, anexo capturas con códigos de la solicitud. </a:t>
            </a:r>
            <a:endParaRPr lang="es-MX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1BD1B67-E577-793E-D301-63ECAAE68472}"/>
              </a:ext>
            </a:extLst>
          </p:cNvPr>
          <p:cNvSpPr txBox="1"/>
          <p:nvPr/>
        </p:nvSpPr>
        <p:spPr>
          <a:xfrm>
            <a:off x="228601" y="357188"/>
            <a:ext cx="6272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SE LEVANTA TICKET</a:t>
            </a:r>
            <a:r>
              <a:rPr lang="es-ES" dirty="0"/>
              <a:t>: </a:t>
            </a:r>
            <a:r>
              <a:rPr lang="es-ES" b="1" dirty="0"/>
              <a:t>16053 </a:t>
            </a:r>
            <a:r>
              <a:rPr lang="es-MX" b="1" dirty="0"/>
              <a:t>   Tequila </a:t>
            </a:r>
            <a:r>
              <a:rPr lang="es-MX" b="1" dirty="0" err="1"/>
              <a:t>party</a:t>
            </a:r>
            <a:r>
              <a:rPr lang="es-MX" b="1" dirty="0"/>
              <a:t> 606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7680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D62D330-F74A-48B9-E2E1-8A607011E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" y="414338"/>
            <a:ext cx="11115675" cy="644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942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E474745-69B8-5041-3E21-D1E86C80AC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931" y="357188"/>
            <a:ext cx="10953594" cy="650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91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820566E-11AB-BC77-DE84-9B15EF335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715"/>
            <a:ext cx="11452486" cy="642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60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41B359-68DA-FAF6-E6F0-B6D6EBD83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4518"/>
            <a:ext cx="11182662" cy="61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52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39ADEBF-845D-0F89-7785-559294520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07"/>
            <a:ext cx="10822898" cy="625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8D98C20-5DF5-9935-E8AE-53DC8C908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9469"/>
            <a:ext cx="10822898" cy="604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42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53FF144-AE34-964A-AD5E-897AC9300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9469"/>
            <a:ext cx="10493115" cy="604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46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EF80C7C-88C6-6DC5-B426-43C0A6BFA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370"/>
            <a:ext cx="10912839" cy="589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30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1D4D5C4-1E72-D6E8-AEFE-1E390FA7F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84420"/>
            <a:ext cx="10658007" cy="597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276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56D218C-BFB0-CA66-2804-7CEE7D223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9430"/>
            <a:ext cx="10897849" cy="598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978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E43C8A6-9DB8-268D-F955-33E083BF6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9430"/>
            <a:ext cx="11047751" cy="598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01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3C890E-D988-C2E7-8C34-3DCCC4D00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3868"/>
            <a:ext cx="8244590" cy="513245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7ED7F50-A1B1-FDAF-8F57-C69F93BF0075}"/>
              </a:ext>
            </a:extLst>
          </p:cNvPr>
          <p:cNvSpPr txBox="1"/>
          <p:nvPr/>
        </p:nvSpPr>
        <p:spPr>
          <a:xfrm>
            <a:off x="8701088" y="3543300"/>
            <a:ext cx="3328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Leyenda: Error al crear solicitud.</a:t>
            </a:r>
            <a:endParaRPr lang="es-MX" sz="20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AE15366-0E08-3376-E0B5-397711FF84C2}"/>
              </a:ext>
            </a:extLst>
          </p:cNvPr>
          <p:cNvSpPr txBox="1"/>
          <p:nvPr/>
        </p:nvSpPr>
        <p:spPr>
          <a:xfrm>
            <a:off x="242889" y="542925"/>
            <a:ext cx="8643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Se realizo el intento de ir quitando 10 códigos en 4 ocasiones, sin embargo, aún que se bajara el numero no genero la solicitud. 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53206970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TM10001114[[fn=Galería]]</Template>
  <TotalTime>221</TotalTime>
  <Words>201</Words>
  <Application>Microsoft Office PowerPoint</Application>
  <PresentationFormat>Panorámica</PresentationFormat>
  <Paragraphs>25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ADLaM Display</vt:lpstr>
      <vt:lpstr>Amasis MT Pro Black</vt:lpstr>
      <vt:lpstr>Arial</vt:lpstr>
      <vt:lpstr>Gill Sans MT</vt:lpstr>
      <vt:lpstr>Galería</vt:lpstr>
      <vt:lpstr>RECEPCION PIE DE CAMION </vt:lpstr>
      <vt:lpstr>Presentación de PowerPoint</vt:lpstr>
      <vt:lpstr>Presentación de PowerPoint</vt:lpstr>
      <vt:lpstr>Presentación de PowerPoint</vt:lpstr>
      <vt:lpstr>SOLICITUD DE PEDIDO </vt:lpstr>
      <vt:lpstr>Presentación de PowerPoint</vt:lpstr>
      <vt:lpstr>SOLICITUD DE PEDIDO BOQUITAS CEDI 615</vt:lpstr>
      <vt:lpstr>Se levanta Ticket  16018    tp 606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Tequila Party Cabo (Puerto Paraiso)</dc:creator>
  <cp:lastModifiedBy>Tequila Party Cabo (Puerto Paraiso)</cp:lastModifiedBy>
  <cp:revision>2</cp:revision>
  <dcterms:created xsi:type="dcterms:W3CDTF">2025-08-12T17:08:27Z</dcterms:created>
  <dcterms:modified xsi:type="dcterms:W3CDTF">2025-08-13T17:32:56Z</dcterms:modified>
</cp:coreProperties>
</file>