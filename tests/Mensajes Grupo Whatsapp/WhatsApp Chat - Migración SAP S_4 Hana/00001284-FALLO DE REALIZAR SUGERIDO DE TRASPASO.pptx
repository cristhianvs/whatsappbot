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784D3-F679-9541-306F-243EFD7E9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9001E7-4A89-06DC-201E-B8162EBD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60771D-C299-8A0D-8606-6600706F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8D1A47-7C82-0440-5AE0-C69C6D03B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DC0FF0-F5BC-0C1D-7F06-2BFC1DF9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367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20435-4550-3E3F-2B88-FD5695BE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2B9CFE-E9FF-B108-22D1-E8419119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15F2B-B7CF-D60C-D589-5B3B74AF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91BC1-985C-6B56-18EB-4BBCD307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EF9B9E-14A3-9634-B48A-529BAE72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2301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ECD3C-90FD-E8E8-492A-840EEF27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EFA659-932D-BCEC-297C-ECAC1A5C2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E8608A-92ED-47A1-BAFD-309090CDB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85DB27-43B1-6AC0-6775-8B7751A7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8635EB-3CF9-92F5-3C1E-99740B050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522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5FA0A-B91C-D84E-DEEA-7474ADDF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60226-9E0A-7AB5-B14E-C5910336F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90C6EE-CFBA-5A58-EEB4-6BB4A5BCB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F93B31-6EFD-6B6E-64F6-C40EB149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04A732-3221-6956-78D4-136EDCD0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C1E9F6-911D-9504-1808-9EDC740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571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3CCC6-F5B0-9995-8077-0B46DF89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F90B93-615D-18E8-DF44-4A4225CE4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6ADB64-94BB-1BB0-EDAE-706781BD8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1B56F17-7EBD-82C8-6AE6-77E1FE8B4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101AC9-8FFD-829A-4A05-C3DB47929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275249-F02B-3127-973F-24AA1389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BB501D-5BE6-FBE5-541C-B51D8AB3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D642DA-93CF-6A91-9AB6-6A3DC2EF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891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8FD98-B50F-5909-CCCF-0AFB4D76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4BD1DE-0492-6A35-2B30-7B0DBCBD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68309B-556F-58BF-5A52-338C8C33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E8BFB4-6196-51C2-1410-21A2CEDC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792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194012-AEAE-CDF3-88BA-55AACEA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B4467D-2B49-4BDD-6FAF-9BBE4E96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88AB2E-9FD9-F185-A3BF-A6313B65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65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821F9-4755-48D1-5B01-D1D31B53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6A835B-2AF1-A1D3-1F7F-641E6761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7A1B81-80B9-5FB2-0381-E2D825B25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36DACE-1351-BC86-C0F1-84C43398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0B31DB-91C6-B950-9CB3-E0237912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32E2CE-2667-762D-5FC9-71AAAF69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1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6320C-1124-3BA8-0D18-4200A948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D0A3C5-4D53-91F8-99BE-955A6CF49F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C01FC7-0BAC-B521-2718-A072D5CDE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6859A8-8D49-81B5-367B-CC0C30E1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80C8A8-8904-A3C1-CC64-C0706D21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DFFC2-9D84-FD32-2E62-3F67647E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9028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49713-638A-43F5-3A5C-970CA6699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512F39-8059-5799-55FE-71802FBD2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488E42-126C-57FB-C72F-C309F026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ADEC8-3033-102E-BB67-6BF3494C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31B19D-4DA3-14CA-C67F-8ACA8FD6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78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294177-37C9-4A2E-B417-10C60B640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EC538C-DA8E-39E2-2BEC-A9269BC62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EB6658-0BF8-AC46-65D8-49212879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8253C-0B0A-CC69-0875-5CD7002E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A631C-A7A9-7BA9-A6A7-2B28CC24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462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70E1CC-4969-7AC9-3AB8-5B2EABA0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44DAA2-1B7D-E587-C51E-2540227A7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FA474-D369-BD6F-7DC8-A0C90C824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24B09-A7EC-4DFC-97F4-309A5B0F41E6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E521F1-7ADF-7C94-4B71-A48393189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828059-9CCB-15C5-E15D-0FF3F4B4B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DF5A0-4418-4E3A-8BFF-FF3E4030A30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364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0149E-952F-E7D8-7127-656F2411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400" dirty="0"/>
              <a:t>FALLO DE REALIZAR SUGERIDO DE TRASPASO PARA LA SUC.606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435F6A-378C-D9EA-A8EF-355471D2D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0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CDFFD-3C2E-4116-EAEA-5C3AE1C7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1800" dirty="0"/>
              <a:t>EL DIE AYER SE REALIZO TICKET PERO AUN NO SE A SOLUCIONADO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DC7ED2A-510D-393E-E0AB-F3DC9394C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900" t="13663" b="6484"/>
          <a:stretch>
            <a:fillRect/>
          </a:stretch>
        </p:blipFill>
        <p:spPr>
          <a:xfrm>
            <a:off x="1965278" y="1949273"/>
            <a:ext cx="6826759" cy="420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95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FALLO DE REALIZAR SUGERIDO DE TRASPASO PARA LA SUC.606</vt:lpstr>
      <vt:lpstr>EL DIE AYER SE REALIZO TICKET PERO AUN NO SE A SOLUCIONADO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Souvenirs La Terminal Cabo</dc:creator>
  <cp:lastModifiedBy>Souvenirs La Terminal Cabo</cp:lastModifiedBy>
  <cp:revision>1</cp:revision>
  <dcterms:created xsi:type="dcterms:W3CDTF">2025-08-08T18:57:55Z</dcterms:created>
  <dcterms:modified xsi:type="dcterms:W3CDTF">2025-08-08T19:02:58Z</dcterms:modified>
</cp:coreProperties>
</file>