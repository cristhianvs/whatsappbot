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F225E-E119-38D4-3C0E-8AF1C2593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8155FD-18AA-B0C2-9359-CB27A2A7B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C74450-33A6-024D-78D7-E03E9F0A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90DFBE-6EB7-3D5C-5FBB-AB8C8B3C6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609A63-D7E9-0A83-831D-265DC0EF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4024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8E50E-9BC0-59E5-B668-5E7A509FC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B4EEE1-417E-2171-93B8-DFD011EA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7A67AE-7D99-3C2B-8499-F9B0DAB04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3600DE-E64F-6711-C3A2-5E08D1EB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3BB839-FA2E-5A93-25B4-9F302C01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523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9CD3D-B513-1DF6-D1DF-1E6DCC0D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6E8ED1-D472-7ADD-51AA-3125BE893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4D51EA-0C69-E371-ED82-238BC7BE5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DC3786-9A3C-50FF-2677-AC6799C7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AD466F-AE85-EF88-510C-C76F33ED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238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331EC-14AF-A457-620C-EA7B6B912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3C47C0-FBE0-838F-25CA-D878CE0D8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24FAA7-A664-E6E0-5AE5-5700F5403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ED9153-F6A6-D1C1-1827-AFAE125E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B3F143-3FD7-44EB-8A89-BF77E35A1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FEC007-D5E2-CBFD-3347-659A0DE62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447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2FB87-2903-ADD8-EA14-05BBC536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B7260E-94B2-1F59-601C-EF0D9C6E1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25909D-1BE0-8F06-4494-BB9B03F2F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D33B80-B330-A065-0FA2-A47D07DFC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857BCF-AFCC-294A-E07E-AECCEB310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A71B7D6-7C36-1DED-980E-1C55930C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B502BB-5033-BF6C-C337-827B70F15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615F35-3B40-F866-AAA2-0B792C0A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507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534D6-A6CE-E813-6B04-58D5D270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F5AA54-8322-60C4-175A-480021F0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404308-D8FD-7050-B40D-59234387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939CFE-BB52-1B34-B539-0066D493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1012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B1D2B-709C-F786-0A6A-E35F26A0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90AAEF-89BE-D39C-5013-64D8B191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BE9D24-611F-3432-0C4D-5C6BF1F2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459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96809-9606-37CB-BFD2-528D8622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9E567D-E52D-E7ED-FC22-461E2C101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AFD56E-836B-E8ED-9416-8D8776F31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4EC97B-66D8-DAD4-FF21-05D2D3405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81D7DC-6440-3C40-4C36-25CA7E2E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788551-4F3E-7DDC-95FB-4396C16B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92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72BB0-D7E7-5CD3-7F43-217C7F6D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89E666-8097-9F3D-A4F5-F2CE0DEA9D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4FE592-B9A8-9D6E-6A80-D4086C2BF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B2E0FD-976F-ACBA-F354-FEDB7E33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51666C-257A-9E83-9B92-6F61DDB73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9D1CBB-18E8-DF4C-D72A-B6CCB66D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02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7E763-2386-2DD2-4730-926351CE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DE9748-D51E-9A8A-2236-28A1C5EA4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7929F-0838-CD08-5CA9-06BB946C3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56E088-7B2E-AB10-E970-17F6E74F8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ECA98E-F43B-BBF4-2494-450717A73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761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75F65C-5EC6-9D56-7F86-E8D098AA3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6229C2-3044-B871-FD39-6954EE0F3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90BDDE-B8F8-588E-4233-80B4D0D4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D550E9-B9E5-6DEC-1B0B-4F5086C3B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E4726F-5D8C-7473-154A-DACD498C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353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97A8CC-A2CD-4B86-4E6E-1A6E02584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6963F8-D83D-96B4-6C0A-AE526CDE4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607DC5-2FA5-AF3B-FAC9-893948FF3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41600A-FF66-47F0-803F-1E34AEE20D14}" type="datetimeFigureOut">
              <a:rPr lang="es-MX" smtClean="0"/>
              <a:t>07/08/2025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C84B88-2998-704D-AE9F-D34FAB60E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1F7B35-B22E-9F52-670E-57E3EF270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744F9-65F7-47DC-81DF-579B1CE83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5007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91A94E4-C531-EF61-DDF4-0E90CF39A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841664"/>
            <a:ext cx="4874661" cy="5156800"/>
          </a:xfrm>
        </p:spPr>
        <p:txBody>
          <a:bodyPr anchor="ctr">
            <a:normAutofit/>
          </a:bodyPr>
          <a:lstStyle/>
          <a:p>
            <a:pPr algn="l"/>
            <a:r>
              <a:rPr lang="es-MX" sz="4800">
                <a:solidFill>
                  <a:schemeClr val="bg1"/>
                </a:solidFill>
              </a:rPr>
              <a:t>ARTESANIAS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104613-2BC4-A3FE-94E3-AF424C6DF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4687" y="841664"/>
            <a:ext cx="4867605" cy="5156800"/>
          </a:xfrm>
        </p:spPr>
        <p:txBody>
          <a:bodyPr anchor="ctr">
            <a:normAutofit/>
          </a:bodyPr>
          <a:lstStyle/>
          <a:p>
            <a:pPr algn="l"/>
            <a:r>
              <a:rPr lang="es-MX">
                <a:solidFill>
                  <a:schemeClr val="tx2"/>
                </a:solidFill>
              </a:rPr>
              <a:t>FIESTA MEXICANA GALY 607</a:t>
            </a:r>
          </a:p>
        </p:txBody>
      </p:sp>
    </p:spTree>
    <p:extLst>
      <p:ext uri="{BB962C8B-B14F-4D97-AF65-F5344CB8AC3E}">
        <p14:creationId xmlns:p14="http://schemas.microsoft.com/office/powerpoint/2010/main" val="300506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CEF60B-EF3F-4A5E-BDC6-A2D840B9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99CE9C4B-76CC-43D8-BCEF-0CE380886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C2324D64-DFBA-4803-8BE2-87DDFA57A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Color">
            <a:extLst>
              <a:ext uri="{FF2B5EF4-FFF2-40B4-BE49-F238E27FC236}">
                <a16:creationId xmlns:a16="http://schemas.microsoft.com/office/drawing/2014/main" id="{BF9E7B5D-88C3-4C36-A22E-93AA384BA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rgbClr val="FEA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A725D7B-C864-51B5-D866-1B7FB8D01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307" y="1536128"/>
            <a:ext cx="6711072" cy="377497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E798F4E-C1FA-3C46-F5D2-81F21DC9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756745"/>
            <a:ext cx="3778989" cy="31033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NUMERO DE TICKET</a:t>
            </a:r>
            <a:br>
              <a:rPr lang="en-US" sz="4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00284E7-9BC0-A78A-1504-516B88626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4" y="3813621"/>
            <a:ext cx="3778988" cy="2367723"/>
          </a:xfrm>
        </p:spPr>
        <p:txBody>
          <a:bodyPr anchor="t">
            <a:normAutofit/>
          </a:bodyPr>
          <a:lstStyle/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475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7F068A5-0EE4-862D-D754-9528833F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s-MX" sz="4800">
                <a:solidFill>
                  <a:schemeClr val="bg1"/>
                </a:solidFill>
              </a:rPr>
              <a:t>PRODUCTO DESCATALOGADO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A1E65C-C783-18D8-78A8-B68E277A2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MX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s-MX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MX" sz="1800" dirty="0">
                <a:solidFill>
                  <a:schemeClr val="tx2"/>
                </a:solidFill>
              </a:rPr>
              <a:t>04746015</a:t>
            </a:r>
          </a:p>
          <a:p>
            <a:pPr marL="0" indent="0">
              <a:buNone/>
            </a:pPr>
            <a:r>
              <a:rPr lang="es-MX" sz="1800" dirty="0">
                <a:solidFill>
                  <a:schemeClr val="tx2"/>
                </a:solidFill>
              </a:rPr>
              <a:t>04694319</a:t>
            </a:r>
          </a:p>
          <a:p>
            <a:pPr marL="0" indent="0">
              <a:buNone/>
            </a:pPr>
            <a:endParaRPr lang="es-MX" sz="1800" dirty="0">
              <a:solidFill>
                <a:schemeClr val="tx2"/>
              </a:solidFill>
            </a:endParaRPr>
          </a:p>
          <a:p>
            <a:endParaRPr lang="es-MX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31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lor Cover">
            <a:extLst>
              <a:ext uri="{FF2B5EF4-FFF2-40B4-BE49-F238E27FC236}">
                <a16:creationId xmlns:a16="http://schemas.microsoft.com/office/drawing/2014/main" id="{34DE9D20-D6C2-4834-9EE9-EC583F3FE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029CA8-B9AC-4FB9-ABD9-29D56968D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5AE17642-D811-47CD-8BA8-18FF5FE9B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7A882BBB-2A6D-439B-B6A2-994C8A3CF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9CB487F-EEDB-C2FF-730E-1C181DAF55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508"/>
          <a:stretch>
            <a:fillRect/>
          </a:stretch>
        </p:blipFill>
        <p:spPr>
          <a:xfrm>
            <a:off x="6707168" y="806015"/>
            <a:ext cx="4855862" cy="26356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37A5342-DDB0-7C5F-1A39-4A053B5BD5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05" r="3" b="3"/>
          <a:stretch>
            <a:fillRect/>
          </a:stretch>
        </p:blipFill>
        <p:spPr>
          <a:xfrm>
            <a:off x="6707168" y="3506528"/>
            <a:ext cx="4855862" cy="2635689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949EB15-5C4B-AD1C-489C-4173C1F7D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676656"/>
            <a:ext cx="5074368" cy="2752344"/>
          </a:xfrm>
        </p:spPr>
        <p:txBody>
          <a:bodyPr anchor="b">
            <a:normAutofit/>
          </a:bodyPr>
          <a:lstStyle/>
          <a:p>
            <a:r>
              <a:rPr lang="es-MX" sz="4800">
                <a:solidFill>
                  <a:schemeClr val="bg1"/>
                </a:solidFill>
              </a:rPr>
              <a:t>EVIDENCIA DEL CODIGO ENVIADA A SISTEMA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84C37F3-7DDD-F244-4DD4-4FD4C04B5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506528"/>
            <a:ext cx="5074368" cy="2674816"/>
          </a:xfrm>
        </p:spPr>
        <p:txBody>
          <a:bodyPr anchor="t">
            <a:normAutofit/>
          </a:bodyPr>
          <a:lstStyle/>
          <a:p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36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DCEF60B-EF3F-4A5E-BDC6-A2D840B9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99CE9C4B-76CC-43D8-BCEF-0CE380886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C2324D64-DFBA-4803-8BE2-87DDFA57A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Color">
            <a:extLst>
              <a:ext uri="{FF2B5EF4-FFF2-40B4-BE49-F238E27FC236}">
                <a16:creationId xmlns:a16="http://schemas.microsoft.com/office/drawing/2014/main" id="{BF9E7B5D-88C3-4C36-A22E-93AA384BA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rgbClr val="FBA1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DBAC753-7B74-40D0-2929-73FAAF644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307" y="1536128"/>
            <a:ext cx="6711072" cy="377497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B680B6-A2B3-85E4-6A80-838C806B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756745"/>
            <a:ext cx="3778989" cy="3103374"/>
          </a:xfrm>
        </p:spPr>
        <p:txBody>
          <a:bodyPr anchor="b">
            <a:normAutofit/>
          </a:bodyPr>
          <a:lstStyle/>
          <a:p>
            <a:r>
              <a:rPr lang="es-MX" sz="4800">
                <a:solidFill>
                  <a:schemeClr val="tx2"/>
                </a:solidFill>
              </a:rPr>
              <a:t>RESPUESTA DE SISTEMA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8360AE9-1385-AF37-AE9B-C7E28AD09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4" y="3813621"/>
            <a:ext cx="3778988" cy="2367723"/>
          </a:xfrm>
        </p:spPr>
        <p:txBody>
          <a:bodyPr anchor="t">
            <a:normAutofit/>
          </a:bodyPr>
          <a:lstStyle/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9249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</Words>
  <Application>Microsoft Office PowerPoint</Application>
  <PresentationFormat>Panorámica</PresentationFormat>
  <Paragraphs>10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ARTESANIAS</vt:lpstr>
      <vt:lpstr>NUMERO DE TICKET </vt:lpstr>
      <vt:lpstr>PRODUCTO DESCATALOGADO</vt:lpstr>
      <vt:lpstr>EVIDENCIA DEL CODIGO ENVIADA A SISTEMA</vt:lpstr>
      <vt:lpstr>RESPUESTA DE SISTEMA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Fiesta Mexicana Gali CSL</dc:creator>
  <cp:lastModifiedBy>Fiesta Mexicana Gali CSL</cp:lastModifiedBy>
  <cp:revision>3</cp:revision>
  <dcterms:created xsi:type="dcterms:W3CDTF">2025-08-07T21:35:07Z</dcterms:created>
  <dcterms:modified xsi:type="dcterms:W3CDTF">2025-08-07T21:52:32Z</dcterms:modified>
</cp:coreProperties>
</file>