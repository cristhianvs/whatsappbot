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C7A859-C3DF-70EA-7C17-3E4D420320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4432E0-A9C8-5F71-BB4F-F4FD391A9E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822BF4-D5AA-1683-D9F3-B415C7706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58496-2341-4AA7-892F-63E61BB1A361}" type="datetimeFigureOut">
              <a:rPr lang="es-MX" smtClean="0"/>
              <a:t>13/09/2025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F8DEAA-8D21-9B85-9C9B-53ADC898A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C9C8A8-0F84-BCCD-4D3F-9E2AD4DEF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37B60-7639-49CB-9485-FB2D9C7C2C4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8025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F5708A-6A37-3367-C9C5-0ABC67427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D2140C-17F1-0CAD-8B4E-D43E80D81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37016D-45D1-A3FF-B852-9E7FF243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58496-2341-4AA7-892F-63E61BB1A361}" type="datetimeFigureOut">
              <a:rPr lang="es-MX" smtClean="0"/>
              <a:t>13/09/2025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E32B7C-D613-A261-021C-A65BD022A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50E99D-CD83-7168-8B64-20B06A565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37B60-7639-49CB-9485-FB2D9C7C2C4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6119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68B56E-FB70-5C44-9F20-31E6B843D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36EA523-6FA6-E975-DBDA-B31409B952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BEB81A-5EF3-4AEA-5C5D-D3739230C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58496-2341-4AA7-892F-63E61BB1A361}" type="datetimeFigureOut">
              <a:rPr lang="es-MX" smtClean="0"/>
              <a:t>13/09/2025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ABFCE1-134F-4C4D-D8D0-30DB8BD7B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27C176-B7C3-3066-44B2-AE4EDB462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37B60-7639-49CB-9485-FB2D9C7C2C4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57124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68E6A6-868F-A21E-316E-60D3B66F3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DDB07F-BEBF-79F5-1A9A-DB42D0A9F9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0943016-CE4F-0114-CB4F-C7D59524A5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43067D7-F72F-D2C1-B746-C113DDF46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58496-2341-4AA7-892F-63E61BB1A361}" type="datetimeFigureOut">
              <a:rPr lang="es-MX" smtClean="0"/>
              <a:t>13/09/2025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A2C797F-1D2D-0526-1920-2F4CB86BC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FC68CA5-5C95-8E6D-FFF8-3569A6E07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37B60-7639-49CB-9485-FB2D9C7C2C4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8631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B8760F-6420-ACB0-C749-361B08C51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8D76CCF-3022-826F-DB5A-6F1EF830F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279CA07-2B6C-5588-7E22-A6379D5F5E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0BAA1B0-6261-51F9-42DC-B385C1FC1A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DCB7C64-6B09-7364-D690-0B4BFDB2A6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601C140-0DA7-AF34-F41F-BB8AC2EA6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58496-2341-4AA7-892F-63E61BB1A361}" type="datetimeFigureOut">
              <a:rPr lang="es-MX" smtClean="0"/>
              <a:t>13/09/2025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C855EEC-7B1D-176A-0BFA-815FE460E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1A32CC7-4BCD-9446-9372-0C44AC957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37B60-7639-49CB-9485-FB2D9C7C2C4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29454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AB60C2-2B77-1467-A93C-AAD85BBA9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F1D581A-5A94-86DA-05C6-920FE3F93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58496-2341-4AA7-892F-63E61BB1A361}" type="datetimeFigureOut">
              <a:rPr lang="es-MX" smtClean="0"/>
              <a:t>13/09/2025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6AD642C-D139-3ACA-E684-7B805FA95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00F58EA-599B-6751-39E2-72A8123F4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37B60-7639-49CB-9485-FB2D9C7C2C4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14745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763AE56-C3F3-EBDF-FF7E-24EB0E58E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58496-2341-4AA7-892F-63E61BB1A361}" type="datetimeFigureOut">
              <a:rPr lang="es-MX" smtClean="0"/>
              <a:t>13/09/2025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75F55D7-6099-7F50-3659-646469B78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F1FC89E-3A28-3CA4-324E-1EFE1C107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37B60-7639-49CB-9485-FB2D9C7C2C4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14919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C2B95E-E309-F452-FED7-6E97B8955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218AB9-1599-6C79-E412-1116D7D58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765B09F-F53C-F448-FD3E-2E7C37D5FD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34D87E2-BC29-EBBC-F589-8D889C2F6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58496-2341-4AA7-892F-63E61BB1A361}" type="datetimeFigureOut">
              <a:rPr lang="es-MX" smtClean="0"/>
              <a:t>13/09/2025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4DFD8CB-0D3C-2477-81CC-A650B68B7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B6E5D08-9582-34B3-D409-C3F479067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37B60-7639-49CB-9485-FB2D9C7C2C4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17492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8EE6C3-BDCA-11E8-7BDD-C8A94F505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026CB8A-022C-92D1-EF9A-FE0E4AC6CB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D0325C2-B6BD-BC4F-9A20-675006FA9F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4260E10-DED7-3B31-B2A0-C8011FBF5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58496-2341-4AA7-892F-63E61BB1A361}" type="datetimeFigureOut">
              <a:rPr lang="es-MX" smtClean="0"/>
              <a:t>13/09/2025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1CA11B3-8456-65FA-7FFF-561EDE8F1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6EE90B9-A3C2-992B-C05E-5439057CC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37B60-7639-49CB-9485-FB2D9C7C2C4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1186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96C72E-5878-47AA-7C2E-EBF74E12B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AF2754A-F73A-B47D-A5A0-D0492DC835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073EC2-B328-2627-B31F-FBE1C22B0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58496-2341-4AA7-892F-63E61BB1A361}" type="datetimeFigureOut">
              <a:rPr lang="es-MX" smtClean="0"/>
              <a:t>13/09/2025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373BD8-635A-70B7-4577-819984CD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D28CEDF-B7B7-D964-247B-3377CDF27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37B60-7639-49CB-9485-FB2D9C7C2C4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5927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1639C3B-C35F-A28C-F001-78A7C8F9EC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6F1FDFE-CCFB-E74B-A325-47E53BEA28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DB0D55-8825-B4EF-A5CF-CB0A9B28D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58496-2341-4AA7-892F-63E61BB1A361}" type="datetimeFigureOut">
              <a:rPr lang="es-MX" smtClean="0"/>
              <a:t>13/09/2025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6A250D-8032-7104-A4E5-38375A130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256F39-FFD6-A7B5-40C1-07BB04ECF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37B60-7639-49CB-9485-FB2D9C7C2C4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3455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590075A-5132-5C11-3544-F7D0058EF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EA99C4A-BC2F-E35A-CFC1-C56D3790E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FC62E2-B9DB-0A97-9968-FCB09BA0FB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258496-2341-4AA7-892F-63E61BB1A361}" type="datetimeFigureOut">
              <a:rPr lang="es-MX" smtClean="0"/>
              <a:t>13/09/2025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48CBCB-BCDB-C4BF-AFFC-4EF27FD4FA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B8A69B-9916-54C4-FFE0-2B1513DCB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437B60-7639-49CB-9485-FB2D9C7C2C4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99633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9A01D5-1266-E29D-C4A3-77178D6442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Numero de ticket </a:t>
            </a:r>
          </a:p>
        </p:txBody>
      </p:sp>
    </p:spTree>
    <p:extLst>
      <p:ext uri="{BB962C8B-B14F-4D97-AF65-F5344CB8AC3E}">
        <p14:creationId xmlns:p14="http://schemas.microsoft.com/office/powerpoint/2010/main" val="1226681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04B6A2-F3A8-1C9B-9C46-3A19F5F04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CORREO ENVIADO</a:t>
            </a:r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BD142563-4064-86B0-D71B-31EE020EB6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6255" y="1825625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242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3DD0B1-EDB5-99E8-8F3C-7562D2C2E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006" y="2451100"/>
            <a:ext cx="10567987" cy="1325563"/>
          </a:xfrm>
        </p:spPr>
        <p:txBody>
          <a:bodyPr/>
          <a:lstStyle/>
          <a:p>
            <a:pPr algn="ctr"/>
            <a:r>
              <a:rPr lang="es-MX" dirty="0"/>
              <a:t>NUMERO DE O.C 4500011663</a:t>
            </a:r>
            <a:br>
              <a:rPr lang="es-MX" dirty="0"/>
            </a:br>
            <a:r>
              <a:rPr lang="es-MX" dirty="0"/>
              <a:t>PROVEEDOR: FB DISTRIBUCIONES</a:t>
            </a:r>
          </a:p>
        </p:txBody>
      </p:sp>
    </p:spTree>
    <p:extLst>
      <p:ext uri="{BB962C8B-B14F-4D97-AF65-F5344CB8AC3E}">
        <p14:creationId xmlns:p14="http://schemas.microsoft.com/office/powerpoint/2010/main" val="3516840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FABCD9-8C91-9AC1-6651-A77BF42B9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EVIDENCIA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5267B8E4-4C77-C743-7B13-4B41AA9D28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6255" y="1825625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1218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17</Words>
  <Application>Microsoft Office PowerPoint</Application>
  <PresentationFormat>Panorámica</PresentationFormat>
  <Paragraphs>4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de Office</vt:lpstr>
      <vt:lpstr>Numero de ticket </vt:lpstr>
      <vt:lpstr>CORREO ENVIADO</vt:lpstr>
      <vt:lpstr>NUMERO DE O.C 4500011663 PROVEEDOR: FB DISTRIBUCIONES</vt:lpstr>
      <vt:lpstr>EVIDENCIA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Fiesta Mexicana Gali CSL</dc:creator>
  <cp:lastModifiedBy>Fiesta Mexicana Gali CSL</cp:lastModifiedBy>
  <cp:revision>1</cp:revision>
  <dcterms:created xsi:type="dcterms:W3CDTF">2025-09-13T23:09:18Z</dcterms:created>
  <dcterms:modified xsi:type="dcterms:W3CDTF">2025-09-13T23:25:18Z</dcterms:modified>
</cp:coreProperties>
</file>